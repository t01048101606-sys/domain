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3"/>
    </p:embeddedFont>
    <p:embeddedFont>
      <p:font typeface="나눔바른고딕" panose="020B0603020101020101" pitchFamily="50" charset="-127"/>
      <p:regular r:id="rId14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나눔스퀘어라운드 ExtraBold" panose="020B0600000101010101" pitchFamily="50" charset="-127"/>
      <p:bold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  <p:embeddedFont>
      <p:font typeface="Wingdings 2" panose="05020102010507070707" pitchFamily="18" charset="2"/>
      <p:regular r:id="rId26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메일 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5247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10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메일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/9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메일 서버 개념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E-Mail</a:t>
            </a:r>
            <a:r>
              <a:rPr lang="ko-KR" altLang="en-US" dirty="0"/>
              <a:t>의 송수신에서 사용되는 프로토콜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•SMTP(Simple Mail Transfer Protocol) : </a:t>
            </a:r>
            <a:r>
              <a:rPr lang="ko-KR" altLang="en-US" sz="2000" dirty="0"/>
              <a:t>클라이언트가 메일을 보내거나</a:t>
            </a:r>
            <a:r>
              <a:rPr lang="en-US" altLang="ko-KR" sz="2000" dirty="0"/>
              <a:t>, </a:t>
            </a:r>
            <a:r>
              <a:rPr lang="ko-KR" altLang="en-US" sz="2000" dirty="0"/>
              <a:t>메일 서버끼리 메일을 주고 받을 때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•POP3(Post Office Protocol) : </a:t>
            </a:r>
            <a:r>
              <a:rPr lang="ko-KR" altLang="en-US" sz="2000" dirty="0"/>
              <a:t>메일 서버에 도착되어 있는 메일을 클라이언트로 가져올 때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•IMAP(Internet Mail Access Protocol) : POP3</a:t>
            </a:r>
            <a:r>
              <a:rPr lang="ko-KR" altLang="en-US" sz="2000" dirty="0"/>
              <a:t>와 같음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D4704A3-ACA2-2BBC-A6BA-458D77EE7C3E}"/>
              </a:ext>
            </a:extLst>
          </p:cNvPr>
          <p:cNvSpPr/>
          <p:nvPr/>
        </p:nvSpPr>
        <p:spPr>
          <a:xfrm>
            <a:off x="3707904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551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B25F67-4C86-D294-9836-700F1D1C5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570241"/>
            <a:ext cx="6580952" cy="2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7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메일 서버 개념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센드메일 서버의 상세 작동 원리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81BBDD-F502-8837-2DE5-6F6CDC8DB192}"/>
              </a:ext>
            </a:extLst>
          </p:cNvPr>
          <p:cNvSpPr/>
          <p:nvPr/>
        </p:nvSpPr>
        <p:spPr>
          <a:xfrm>
            <a:off x="3707904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553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12416F-B612-B4C4-BE6E-70875C3A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09" y="2031867"/>
            <a:ext cx="7152381" cy="4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3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센드메일 서버의 구현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메일 서버를 구현할 네트워크 환경 구성도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물결 1">
            <a:extLst>
              <a:ext uri="{FF2B5EF4-FFF2-40B4-BE49-F238E27FC236}">
                <a16:creationId xmlns:a16="http://schemas.microsoft.com/office/drawing/2014/main" id="{5D195D4E-C17E-F74B-A4DA-A17D33C33133}"/>
              </a:ext>
            </a:extLst>
          </p:cNvPr>
          <p:cNvSpPr/>
          <p:nvPr/>
        </p:nvSpPr>
        <p:spPr>
          <a:xfrm>
            <a:off x="208657" y="2780928"/>
            <a:ext cx="2802720" cy="172819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도메인 이름으로 ‘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daum.net’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‘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naver.com’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사용해도 문제가 없는 것은 우리가 지금 사설 네트워크 안을 인터넷이라고 가정하기 때문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C1CB9544-F72B-9281-D7F8-70F7C2B5AC3A}"/>
              </a:ext>
            </a:extLst>
          </p:cNvPr>
          <p:cNvSpPr/>
          <p:nvPr/>
        </p:nvSpPr>
        <p:spPr>
          <a:xfrm>
            <a:off x="4047354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555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C33888-1C42-A56B-973D-FFD47009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793423"/>
            <a:ext cx="5890150" cy="470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3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FB95C-9377-471C-BA9E-43396785AF13}"/>
              </a:ext>
            </a:extLst>
          </p:cNvPr>
          <p:cNvSpPr txBox="1">
            <a:spLocks/>
          </p:cNvSpPr>
          <p:nvPr/>
        </p:nvSpPr>
        <p:spPr bwMode="auto">
          <a:xfrm>
            <a:off x="773341" y="71437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메일서버 구현을 위한 네임서버 구현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8D24F70-2A4C-4162-9030-301BF27BBF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43797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메일 서버 환경을 구축하기 위해서 우선 </a:t>
            </a:r>
            <a:r>
              <a:rPr lang="en-US" altLang="ko-KR" sz="2000" dirty="0"/>
              <a:t>naver.com </a:t>
            </a:r>
            <a:r>
              <a:rPr lang="ko-KR" altLang="en-US" sz="2000" dirty="0"/>
              <a:t>및 </a:t>
            </a:r>
            <a:r>
              <a:rPr lang="en-US" altLang="ko-KR" sz="2000" dirty="0"/>
              <a:t>daum.net</a:t>
            </a:r>
            <a:r>
              <a:rPr lang="ko-KR" altLang="en-US" sz="2000" dirty="0"/>
              <a:t>의 도메인을 관리하는 네임 서버를 구축한다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네임 서버 설정 확인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BE0CF35F-D169-EED1-BC09-814C3BB72767}"/>
              </a:ext>
            </a:extLst>
          </p:cNvPr>
          <p:cNvSpPr/>
          <p:nvPr/>
        </p:nvSpPr>
        <p:spPr>
          <a:xfrm>
            <a:off x="7321367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556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4BEE45B1-E152-376F-D659-1A1CF5613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955628"/>
            <a:ext cx="4896544" cy="34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2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75EE0-A472-49D7-B4E5-ECF23CC30B40}"/>
              </a:ext>
            </a:extLst>
          </p:cNvPr>
          <p:cNvSpPr txBox="1">
            <a:spLocks/>
          </p:cNvSpPr>
          <p:nvPr/>
        </p:nvSpPr>
        <p:spPr bwMode="auto">
          <a:xfrm>
            <a:off x="773341" y="695447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메일서버 구현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0ACEF5CE-987E-482E-99A3-2F72BEE8F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4869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naver.com </a:t>
            </a:r>
            <a:r>
              <a:rPr lang="ko-KR" altLang="en-US" sz="2000" dirty="0"/>
              <a:t>메일 서버와 </a:t>
            </a:r>
            <a:r>
              <a:rPr lang="en-US" altLang="ko-KR" sz="2000" dirty="0"/>
              <a:t>daum.net </a:t>
            </a:r>
            <a:r>
              <a:rPr lang="ko-KR" altLang="en-US" sz="2000" dirty="0"/>
              <a:t>메일 서버를 구축한다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sendmail, dovecot </a:t>
            </a:r>
            <a:r>
              <a:rPr lang="ko-KR" altLang="en-US" sz="2000" dirty="0"/>
              <a:t>패키지의 설치 및 설정을 알아 본다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메일 클라이언트 사용법을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두 계정 사이에 메일 보내기</a:t>
            </a:r>
            <a:r>
              <a:rPr lang="en-US" altLang="ko-KR" dirty="0"/>
              <a:t>/</a:t>
            </a:r>
            <a:r>
              <a:rPr lang="ko-KR" altLang="en-US" dirty="0"/>
              <a:t>받기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90131E78-C44A-6083-CF53-AF0C8574016F}"/>
              </a:ext>
            </a:extLst>
          </p:cNvPr>
          <p:cNvSpPr/>
          <p:nvPr/>
        </p:nvSpPr>
        <p:spPr>
          <a:xfrm>
            <a:off x="4355976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567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CB8EEAD-313E-455B-FF1A-4D7253FCB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740" y="3243456"/>
            <a:ext cx="4680520" cy="32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94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웹 메일의 설치 및 사용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09836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웹 브라우저에서 메일을 사용하는 것을 ‘웹 메일’이라고 부름</a:t>
            </a:r>
            <a:endParaRPr lang="en-US" altLang="ko-KR" sz="2000" dirty="0"/>
          </a:p>
          <a:p>
            <a:pPr eaLnBrk="1" hangingPunct="1">
              <a:defRPr/>
            </a:pPr>
            <a:r>
              <a:rPr lang="ko-KR" altLang="en-US" sz="2000" dirty="0"/>
              <a:t>라운드 큐브</a:t>
            </a:r>
            <a:r>
              <a:rPr lang="en-US" altLang="ko-KR" sz="2000" dirty="0"/>
              <a:t>(RoundCube)</a:t>
            </a:r>
            <a:r>
              <a:rPr lang="ko-KR" altLang="en-US" sz="2000" dirty="0"/>
              <a:t>라고 불리는 우분투에서 제공</a:t>
            </a:r>
            <a:endParaRPr lang="en-US" altLang="ko-KR" sz="2000" dirty="0"/>
          </a:p>
          <a:p>
            <a:pPr eaLnBrk="1" hangingPunct="1">
              <a:defRPr/>
            </a:pPr>
            <a:r>
              <a:rPr lang="ko-KR" altLang="en-US" sz="2000" dirty="0"/>
              <a:t>라운드 큐브는 </a:t>
            </a:r>
            <a:r>
              <a:rPr lang="en-US" altLang="ko-KR" sz="2000" dirty="0"/>
              <a:t>PHP</a:t>
            </a:r>
            <a:r>
              <a:rPr lang="ko-KR" altLang="en-US" sz="2000" dirty="0"/>
              <a:t>로 작성되었으며</a:t>
            </a:r>
            <a:r>
              <a:rPr lang="en-US" altLang="ko-KR" sz="2000" dirty="0"/>
              <a:t>, Sendmail </a:t>
            </a:r>
            <a:r>
              <a:rPr lang="ko-KR" altLang="en-US" sz="2000" dirty="0"/>
              <a:t>및 </a:t>
            </a:r>
            <a:r>
              <a:rPr lang="en-US" altLang="ko-KR" sz="2000" dirty="0"/>
              <a:t>IMAP </a:t>
            </a:r>
            <a:r>
              <a:rPr lang="ko-KR" altLang="en-US" sz="2000" dirty="0"/>
              <a:t>서버</a:t>
            </a:r>
            <a:r>
              <a:rPr lang="en-US" altLang="ko-KR" sz="2000" dirty="0"/>
              <a:t>(Dovecot)</a:t>
            </a:r>
            <a:r>
              <a:rPr lang="ko-KR" altLang="en-US" sz="2000" dirty="0"/>
              <a:t>를 기반으로 하는 웹 메일 프로그램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웹 메일의 예 </a:t>
            </a:r>
            <a:r>
              <a:rPr lang="en-US" altLang="ko-KR" sz="2000" dirty="0"/>
              <a:t>(</a:t>
            </a:r>
            <a:r>
              <a:rPr lang="ko-KR" altLang="en-US" sz="2000" dirty="0"/>
              <a:t>네이버 메일</a:t>
            </a:r>
            <a:r>
              <a:rPr lang="en-US" altLang="ko-KR" sz="2000" dirty="0"/>
              <a:t>)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0461D44-1490-B1EE-3DCA-1E8FCF96EF1E}"/>
              </a:ext>
            </a:extLst>
          </p:cNvPr>
          <p:cNvSpPr/>
          <p:nvPr/>
        </p:nvSpPr>
        <p:spPr>
          <a:xfrm>
            <a:off x="4355976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583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2D0E04D3-B459-ECF4-7195-BA7442F66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39" y="3165216"/>
            <a:ext cx="6804248" cy="32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CBA0F-2336-4CD0-AB1B-B310E006445E}"/>
              </a:ext>
            </a:extLst>
          </p:cNvPr>
          <p:cNvSpPr txBox="1">
            <a:spLocks/>
          </p:cNvSpPr>
          <p:nvPr/>
        </p:nvSpPr>
        <p:spPr bwMode="auto">
          <a:xfrm>
            <a:off x="773341" y="679587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라운드 큐브 웹 메일 설치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naver.com </a:t>
            </a:r>
            <a:r>
              <a:rPr lang="ko-KR" altLang="en-US" sz="2000" dirty="0"/>
              <a:t>메일 서버에 라운드 큐브를 설치하고 운영한다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웹 메일 설정 방법을 익힌다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라운드 큐브 사용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AB607BB-B19D-4A18-A931-6D8FFFBD93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09009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E604BB8A-6BC1-53FE-106F-AA279FD772D4}"/>
              </a:ext>
            </a:extLst>
          </p:cNvPr>
          <p:cNvSpPr/>
          <p:nvPr/>
        </p:nvSpPr>
        <p:spPr>
          <a:xfrm>
            <a:off x="5796136" y="59447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585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CDD6CF2-7BD8-D561-FABE-7B6932BFD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63" y="3116932"/>
            <a:ext cx="7560596" cy="303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0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821D5-D46F-2971-161B-548D77274AC0}"/>
              </a:ext>
            </a:extLst>
          </p:cNvPr>
          <p:cNvSpPr/>
          <p:nvPr/>
        </p:nvSpPr>
        <p:spPr>
          <a:xfrm>
            <a:off x="7020272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594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CABB2-3BA1-A235-3407-093448ED48EC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10-1 </a:t>
            </a:r>
          </a:p>
        </p:txBody>
      </p:sp>
    </p:spTree>
    <p:extLst>
      <p:ext uri="{BB962C8B-B14F-4D97-AF65-F5344CB8AC3E}">
        <p14:creationId xmlns:p14="http://schemas.microsoft.com/office/powerpoint/2010/main" val="3965112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2396</TotalTime>
  <Words>294</Words>
  <Application>Microsoft Office PowerPoint</Application>
  <PresentationFormat>화면 슬라이드 쇼(4:3)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나눔스퀘어라운드 ExtraBold</vt:lpstr>
      <vt:lpstr>Georgia</vt:lpstr>
      <vt:lpstr>Trebuchet MS</vt:lpstr>
      <vt:lpstr>나눔바른고딕</vt:lpstr>
      <vt:lpstr>굴림</vt:lpstr>
      <vt:lpstr>Wingdings 2</vt:lpstr>
      <vt:lpstr>나눔고딕 ExtraBold</vt:lpstr>
      <vt:lpstr>나눔스퀘어 ExtraBold</vt:lpstr>
      <vt:lpstr>Urban</vt:lpstr>
      <vt:lpstr>PowerPoint 프레젠테이션</vt:lpstr>
      <vt:lpstr>메일 서버 개념 (1)</vt:lpstr>
      <vt:lpstr>메일 서버 개념 (2)</vt:lpstr>
      <vt:lpstr>센드메일 서버의 구현</vt:lpstr>
      <vt:lpstr>PowerPoint 프레젠테이션</vt:lpstr>
      <vt:lpstr>PowerPoint 프레젠테이션</vt:lpstr>
      <vt:lpstr>웹 메일의 설치 및 사용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122</cp:revision>
  <dcterms:created xsi:type="dcterms:W3CDTF">2007-02-12T03:01:34Z</dcterms:created>
  <dcterms:modified xsi:type="dcterms:W3CDTF">2024-10-26T04:20:34Z</dcterms:modified>
</cp:coreProperties>
</file>