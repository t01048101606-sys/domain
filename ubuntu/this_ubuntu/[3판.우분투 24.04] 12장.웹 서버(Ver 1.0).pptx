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71" r:id="rId7"/>
    <p:sldId id="266" r:id="rId8"/>
    <p:sldId id="267" r:id="rId9"/>
    <p:sldId id="269" r:id="rId10"/>
    <p:sldId id="270" r:id="rId11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4"/>
    </p:embeddedFont>
    <p:embeddedFont>
      <p:font typeface="나눔바른고딕" panose="020B0603020101020101" pitchFamily="50" charset="-127"/>
      <p:regular r:id="rId15"/>
      <p:bold r:id="rId16"/>
    </p:embeddedFont>
    <p:embeddedFont>
      <p:font typeface="나눔스퀘어 ExtraBold" panose="020B0600000101010101" pitchFamily="50" charset="-127"/>
      <p:bold r:id="rId17"/>
    </p:embeddedFont>
    <p:embeddedFont>
      <p:font typeface="나눔스퀘어라운드 ExtraBold" panose="020B0600000101010101" pitchFamily="50" charset="-127"/>
      <p:bold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  <p:embeddedFont>
      <p:font typeface="Wingdings 2" panose="05020102010507070707" pitchFamily="18" charset="2"/>
      <p:regular r:id="rId27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 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3388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12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웹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/10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APM </a:t>
            </a:r>
            <a:r>
              <a:rPr lang="ko-KR" altLang="en-US" sz="2800" dirty="0"/>
              <a:t>개요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리눅스를 가장 많이 활용하는 분야 중에 하나가 바로 웹</a:t>
            </a:r>
            <a:r>
              <a:rPr lang="en-US" altLang="ko-KR" dirty="0"/>
              <a:t>(Web) </a:t>
            </a:r>
            <a:r>
              <a:rPr lang="ko-KR" altLang="en-US" dirty="0"/>
              <a:t>서버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가장 안정적이고 유명한 </a:t>
            </a:r>
            <a:r>
              <a:rPr lang="en-US" altLang="ko-KR" dirty="0"/>
              <a:t>Apache </a:t>
            </a:r>
            <a:r>
              <a:rPr lang="ko-KR" altLang="en-US" dirty="0"/>
              <a:t>웹 서버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APM = Apache </a:t>
            </a:r>
            <a:r>
              <a:rPr lang="ko-KR" altLang="en-US" dirty="0"/>
              <a:t>웹 서버 </a:t>
            </a:r>
            <a:r>
              <a:rPr lang="en-US" altLang="ko-KR" dirty="0"/>
              <a:t>+ </a:t>
            </a:r>
            <a:r>
              <a:rPr lang="ko-KR" altLang="en-US" dirty="0"/>
              <a:t>프로그래밍 언어 </a:t>
            </a:r>
            <a:r>
              <a:rPr lang="en-US" altLang="ko-KR" dirty="0"/>
              <a:t>PHP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데이터베이스 </a:t>
            </a:r>
            <a:r>
              <a:rPr lang="en-US" altLang="ko-KR" dirty="0"/>
              <a:t>MySQL</a:t>
            </a:r>
          </a:p>
          <a:p>
            <a:pPr>
              <a:defRPr/>
            </a:pPr>
            <a:r>
              <a:rPr lang="ko-KR" altLang="en-US" dirty="0"/>
              <a:t>리눅스 환경에서 사용될 경우에 </a:t>
            </a:r>
            <a:r>
              <a:rPr lang="en-US" altLang="ko-KR" dirty="0"/>
              <a:t>LAPM(Linux, Apache, PHP, MySQL)</a:t>
            </a:r>
            <a:r>
              <a:rPr lang="ko-KR" altLang="en-US" dirty="0"/>
              <a:t>이라고도 부름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25434E2-3F50-A1EF-AC85-6FB3DCF73DC2}"/>
              </a:ext>
            </a:extLst>
          </p:cNvPr>
          <p:cNvSpPr/>
          <p:nvPr/>
        </p:nvSpPr>
        <p:spPr>
          <a:xfrm>
            <a:off x="2339752" y="59101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655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00655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DC16E-1A00-4BC0-A0EA-55C1CDB7205F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apt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 웹 서버 설치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286E158C-5241-42D5-A39B-E8234834BC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간단하게 </a:t>
            </a:r>
            <a:r>
              <a:rPr lang="en-US" altLang="ko-KR" sz="2000" dirty="0"/>
              <a:t>apt </a:t>
            </a:r>
            <a:r>
              <a:rPr lang="ko-KR" altLang="en-US" sz="2000" dirty="0"/>
              <a:t>명령으로 웹 서버를 설치하자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 err="1"/>
              <a:t>apache</a:t>
            </a:r>
            <a:r>
              <a:rPr lang="en-US" altLang="ko-KR" sz="2000" dirty="0"/>
              <a:t>, php, mysql-server</a:t>
            </a:r>
            <a:r>
              <a:rPr lang="ko-KR" altLang="en-US" sz="2000" dirty="0"/>
              <a:t>를 한번에 설치</a:t>
            </a: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(APM </a:t>
            </a:r>
            <a:r>
              <a:rPr lang="ko-KR" altLang="en-US" dirty="0"/>
              <a:t>작동 확인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4E18FD5E-61AC-6003-0A37-17CD22695358}"/>
              </a:ext>
            </a:extLst>
          </p:cNvPr>
          <p:cNvSpPr/>
          <p:nvPr/>
        </p:nvSpPr>
        <p:spPr>
          <a:xfrm>
            <a:off x="4860032" y="505287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655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소프트웨어, 번호, 폰트이(가) 표시된 사진&#10;&#10;자동 생성된 설명">
            <a:extLst>
              <a:ext uri="{FF2B5EF4-FFF2-40B4-BE49-F238E27FC236}">
                <a16:creationId xmlns:a16="http://schemas.microsoft.com/office/drawing/2014/main" id="{AAE9EAE8-DD10-3321-C80C-936D045D7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05" y="3443625"/>
            <a:ext cx="7380312" cy="294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1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DEB72F3-0A7D-89D4-B866-C746105EB599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C7B41B-CE40-0B45-9937-A4595DFD8CD9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12-1 </a:t>
            </a:r>
          </a:p>
        </p:txBody>
      </p:sp>
    </p:spTree>
    <p:extLst>
      <p:ext uri="{BB962C8B-B14F-4D97-AF65-F5344CB8AC3E}">
        <p14:creationId xmlns:p14="http://schemas.microsoft.com/office/powerpoint/2010/main" val="31023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3BD81-F34D-4BC1-AEBF-693619494693}"/>
              </a:ext>
            </a:extLst>
          </p:cNvPr>
          <p:cNvSpPr txBox="1">
            <a:spLocks/>
          </p:cNvSpPr>
          <p:nvPr/>
        </p:nvSpPr>
        <p:spPr bwMode="auto">
          <a:xfrm>
            <a:off x="773341" y="1519143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워드프레스 설치 및 운영 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016B77EA-F944-4B76-AB48-991500D7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348565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22394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웹 사이트 통합 툴인 워드프레스 설치하여 운영하자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</a:t>
            </a:r>
            <a:r>
              <a:rPr lang="ko-KR" altLang="en-US" dirty="0"/>
              <a:t>웹 사이트 완성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워드프레스를 활용해 웹 사이트 구축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B900CA6A-D213-6F6C-0752-AB41F57F2724}"/>
              </a:ext>
            </a:extLst>
          </p:cNvPr>
          <p:cNvSpPr/>
          <p:nvPr/>
        </p:nvSpPr>
        <p:spPr>
          <a:xfrm>
            <a:off x="6228184" y="55254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EE497187-75BD-F6D4-15D9-7D8D342AE99F}"/>
              </a:ext>
            </a:extLst>
          </p:cNvPr>
          <p:cNvSpPr/>
          <p:nvPr/>
        </p:nvSpPr>
        <p:spPr>
          <a:xfrm>
            <a:off x="5681847" y="136103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6488B192-8885-D2A6-20C3-0DF9AC5745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83" y="3494961"/>
            <a:ext cx="4104456" cy="300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2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wget https://ko.wordpress.org/wordpress-6.6.1-ko_KR.tar.gz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명령으로 다운로드한다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DEB72F3-0A7D-89D4-B866-C746105EB599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C7B41B-CE40-0B45-9937-A4595DFD8CD9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12-2 </a:t>
            </a:r>
          </a:p>
        </p:txBody>
      </p:sp>
    </p:spTree>
    <p:extLst>
      <p:ext uri="{BB962C8B-B14F-4D97-AF65-F5344CB8AC3E}">
        <p14:creationId xmlns:p14="http://schemas.microsoft.com/office/powerpoint/2010/main" val="182764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클라우드 서비스 구축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네이버의 </a:t>
            </a:r>
            <a:r>
              <a:rPr lang="en-US" altLang="ko-KR" dirty="0" err="1"/>
              <a:t>MyBox</a:t>
            </a:r>
            <a:r>
              <a:rPr lang="en-US" altLang="ko-KR" dirty="0"/>
              <a:t>, </a:t>
            </a:r>
            <a:r>
              <a:rPr lang="ko-KR" altLang="en-US" dirty="0"/>
              <a:t>구글 드라이브</a:t>
            </a:r>
            <a:r>
              <a:rPr lang="en-US" altLang="ko-KR" dirty="0"/>
              <a:t>, Microsoft OneDrive </a:t>
            </a:r>
            <a:r>
              <a:rPr lang="ko-KR" altLang="en-US" dirty="0"/>
              <a:t>등의 서비스를 말함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클라우드 서비스 개념도</a:t>
            </a:r>
            <a:r>
              <a:rPr lang="en-US" altLang="ko-KR" dirty="0"/>
              <a:t>(</a:t>
            </a:r>
            <a:r>
              <a:rPr lang="ko-KR" altLang="en-US" dirty="0"/>
              <a:t>한 명의 사용자만 표현됨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59CB429-8D8D-008B-B14C-8E8C13D31DCF}"/>
              </a:ext>
            </a:extLst>
          </p:cNvPr>
          <p:cNvSpPr/>
          <p:nvPr/>
        </p:nvSpPr>
        <p:spPr>
          <a:xfrm>
            <a:off x="4047354" y="60379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670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CC26EE-4203-68A5-09AA-1FA606D37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633316"/>
            <a:ext cx="5049996" cy="38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8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8786B-C348-4D7D-AB61-D7BA320A9A30}"/>
              </a:ext>
            </a:extLst>
          </p:cNvPr>
          <p:cNvSpPr txBox="1">
            <a:spLocks/>
          </p:cNvSpPr>
          <p:nvPr/>
        </p:nvSpPr>
        <p:spPr bwMode="auto">
          <a:xfrm>
            <a:off x="773341" y="622004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클라우드 서비스 설치 및 운영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D10CF4A1-AFF6-4296-872D-E8C911045F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51426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클라우드 오픈소스인 </a:t>
            </a:r>
            <a:r>
              <a:rPr lang="en-US" altLang="ko-KR" sz="2000" dirty="0"/>
              <a:t>ownCloud</a:t>
            </a:r>
            <a:r>
              <a:rPr lang="ko-KR" altLang="en-US" sz="2000" dirty="0"/>
              <a:t>를 설치하고 운영한다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리눅스</a:t>
            </a:r>
            <a:r>
              <a:rPr lang="en-US" altLang="ko-KR" sz="2000" dirty="0"/>
              <a:t>, Windows, </a:t>
            </a:r>
            <a:r>
              <a:rPr lang="ko-KR" altLang="en-US" sz="2000" dirty="0"/>
              <a:t>스마트폰에서 접속해서 사용해 본다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결과 화면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4176759-85CB-4724-142F-42531D3FEA59}"/>
              </a:ext>
            </a:extLst>
          </p:cNvPr>
          <p:cNvSpPr/>
          <p:nvPr/>
        </p:nvSpPr>
        <p:spPr>
          <a:xfrm>
            <a:off x="6300192" y="53310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671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054D56-9BF2-8F6D-10B3-A166A3178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468" y="2952298"/>
            <a:ext cx="5119374" cy="354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4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B3BC810-412A-7CB4-6029-FE64777C49E8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689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488165-208B-9853-9FEF-AB009DB44234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12-3 </a:t>
            </a:r>
          </a:p>
        </p:txBody>
      </p:sp>
    </p:spTree>
    <p:extLst>
      <p:ext uri="{BB962C8B-B14F-4D97-AF65-F5344CB8AC3E}">
        <p14:creationId xmlns:p14="http://schemas.microsoft.com/office/powerpoint/2010/main" val="102478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웹 서버 설정 파일과 폴더</a:t>
            </a:r>
            <a:r>
              <a:rPr lang="en-US" altLang="ko-KR" sz="2800" dirty="0"/>
              <a:t>(</a:t>
            </a:r>
            <a:r>
              <a:rPr lang="en-US" altLang="ko-KR" dirty="0"/>
              <a:t>apache2.conf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>
            <a:noAutofit/>
          </a:bodyPr>
          <a:lstStyle/>
          <a:p>
            <a:pPr eaLnBrk="1" hangingPunct="1">
              <a:buNone/>
              <a:defRPr/>
            </a:pPr>
            <a:r>
              <a:rPr lang="en-US" altLang="ko-KR" dirty="0"/>
              <a:t>▶ </a:t>
            </a:r>
            <a:r>
              <a:rPr lang="en-US" altLang="ko-KR" dirty="0" err="1"/>
              <a:t>ServerRoot</a:t>
            </a:r>
            <a:r>
              <a:rPr lang="en-US" altLang="ko-KR" dirty="0"/>
              <a:t> "/etc/apache2"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Listen 80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Include </a:t>
            </a:r>
            <a:r>
              <a:rPr lang="en-US" altLang="ko-KR" dirty="0" err="1"/>
              <a:t>conf.modules.d</a:t>
            </a:r>
            <a:r>
              <a:rPr lang="en-US" altLang="ko-KR" dirty="0"/>
              <a:t>/*.conf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User ${APACHE_RUN_USER} 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Group ${APACHE_RUN_GROUP} 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</a:t>
            </a:r>
            <a:r>
              <a:rPr lang="en-US" altLang="ko-KR" dirty="0" err="1"/>
              <a:t>MaxKeepAliveRequests</a:t>
            </a:r>
            <a:r>
              <a:rPr lang="en-US" altLang="ko-KR" dirty="0"/>
              <a:t> 100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▶ &lt;Directory /var/www/ &gt;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     Option Indexes </a:t>
            </a:r>
            <a:r>
              <a:rPr lang="en-US" altLang="ko-KR" dirty="0" err="1"/>
              <a:t>FollowSymLinks</a:t>
            </a:r>
            <a:endParaRPr lang="en-US" altLang="ko-KR" dirty="0"/>
          </a:p>
          <a:p>
            <a:pPr eaLnBrk="1" hangingPunct="1">
              <a:buNone/>
              <a:defRPr/>
            </a:pPr>
            <a:r>
              <a:rPr lang="en-US" altLang="ko-KR" dirty="0"/>
              <a:t>     AllowOverride All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     Require all granted   </a:t>
            </a:r>
          </a:p>
          <a:p>
            <a:pPr eaLnBrk="1" hangingPunct="1">
              <a:buNone/>
              <a:defRPr/>
            </a:pPr>
            <a:r>
              <a:rPr lang="en-US" altLang="ko-KR" dirty="0"/>
              <a:t>   &lt;/Directory&gt;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D32DA4-7B00-F0D8-97FA-633E97A5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585426"/>
            <a:ext cx="3491814" cy="4415324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02F610D5-B286-89F0-3271-4663EC75C223}"/>
              </a:ext>
            </a:extLst>
          </p:cNvPr>
          <p:cNvSpPr/>
          <p:nvPr/>
        </p:nvSpPr>
        <p:spPr>
          <a:xfrm>
            <a:off x="7308304" y="596122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689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623246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2705</TotalTime>
  <Words>294</Words>
  <Application>Microsoft Office PowerPoint</Application>
  <PresentationFormat>화면 슬라이드 쇼(4:3)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Georgia</vt:lpstr>
      <vt:lpstr>Trebuchet MS</vt:lpstr>
      <vt:lpstr>나눔스퀘어 ExtraBold</vt:lpstr>
      <vt:lpstr>나눔바른고딕</vt:lpstr>
      <vt:lpstr>굴림</vt:lpstr>
      <vt:lpstr>나눔스퀘어라운드 ExtraBold</vt:lpstr>
      <vt:lpstr>Wingdings 2</vt:lpstr>
      <vt:lpstr>나눔고딕 ExtraBold</vt:lpstr>
      <vt:lpstr>Urban</vt:lpstr>
      <vt:lpstr>PowerPoint 프레젠테이션</vt:lpstr>
      <vt:lpstr>APM 개요</vt:lpstr>
      <vt:lpstr>PowerPoint 프레젠테이션</vt:lpstr>
      <vt:lpstr>PowerPoint 프레젠테이션</vt:lpstr>
      <vt:lpstr>워드프레스를 활용해 웹 사이트 구축</vt:lpstr>
      <vt:lpstr>PowerPoint 프레젠테이션</vt:lpstr>
      <vt:lpstr>클라우드 서비스 구축</vt:lpstr>
      <vt:lpstr>PowerPoint 프레젠테이션</vt:lpstr>
      <vt:lpstr>PowerPoint 프레젠테이션</vt:lpstr>
      <vt:lpstr>웹 서버 설정 파일과 폴더(apache2.conf)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122</cp:revision>
  <dcterms:created xsi:type="dcterms:W3CDTF">2007-02-12T03:01:34Z</dcterms:created>
  <dcterms:modified xsi:type="dcterms:W3CDTF">2024-10-26T04:25:57Z</dcterms:modified>
</cp:coreProperties>
</file>