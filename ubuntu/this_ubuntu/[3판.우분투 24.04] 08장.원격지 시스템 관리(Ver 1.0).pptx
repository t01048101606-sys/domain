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2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7"/>
    </p:embeddedFont>
    <p:embeddedFont>
      <p:font typeface="나눔바른고딕" panose="020B0603020101020101" pitchFamily="50" charset="-127"/>
      <p:regular r:id="rId18"/>
      <p:bold r:id="rId19"/>
    </p:embeddedFont>
    <p:embeddedFont>
      <p:font typeface="나눔스퀘어 ExtraBold" panose="020B0600000101010101" pitchFamily="50" charset="-127"/>
      <p:bold r:id="rId20"/>
    </p:embeddedFont>
    <p:embeddedFont>
      <p:font typeface="나눔스퀘어라운드 ExtraBold" panose="020B0600000101010101" pitchFamily="50" charset="-127"/>
      <p:bold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08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원격지 시스템 관리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3198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08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원격지 시스템 관리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163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/13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텔넷 서버 개요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오랫동안 전통적으로 사용되어 온 원격 접속 방법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보안에 취약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리눅스 서버에 텔넷 서버를 설치하고 나면</a:t>
            </a:r>
            <a:r>
              <a:rPr lang="en-US" altLang="ko-KR" dirty="0"/>
              <a:t>, </a:t>
            </a:r>
            <a:r>
              <a:rPr lang="ko-KR" altLang="en-US" dirty="0"/>
              <a:t>원격지에서 접속할 </a:t>
            </a:r>
            <a:r>
              <a:rPr lang="en-US" altLang="ko-KR" dirty="0"/>
              <a:t>PC</a:t>
            </a:r>
            <a:r>
              <a:rPr lang="ko-KR" altLang="en-US" dirty="0"/>
              <a:t>에는 텔넷 클라이언트 프로그램이 필요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원격지의 </a:t>
            </a:r>
            <a:r>
              <a:rPr lang="en-US" altLang="ko-KR" dirty="0"/>
              <a:t>PC(</a:t>
            </a:r>
            <a:r>
              <a:rPr lang="ko-KR" altLang="en-US" dirty="0"/>
              <a:t>텔넷 클라이언트</a:t>
            </a:r>
            <a:r>
              <a:rPr lang="en-US" altLang="ko-KR" dirty="0"/>
              <a:t>)</a:t>
            </a:r>
            <a:r>
              <a:rPr lang="ko-KR" altLang="en-US" dirty="0"/>
              <a:t>에서 접속하게 되면 서버 앞에 앉아서 직접 텍스트 모드로 작업하는 것과 완전히 동일한 효과</a:t>
            </a: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5ADDFCF3-6128-28EB-290A-1544D91F6A6B}"/>
              </a:ext>
            </a:extLst>
          </p:cNvPr>
          <p:cNvSpPr/>
          <p:nvPr/>
        </p:nvSpPr>
        <p:spPr>
          <a:xfrm>
            <a:off x="3203848" y="59101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483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E53691-5B9F-D381-9040-655B6580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848888"/>
            <a:ext cx="5472608" cy="2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텔넷 서버 구축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원격지에서 서버 접속할 경우 필요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텔넷 서버 설치 과정 요약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7758D60-0B08-2C57-C1EF-BB80C35BD1D0}"/>
              </a:ext>
            </a:extLst>
          </p:cNvPr>
          <p:cNvSpPr/>
          <p:nvPr/>
        </p:nvSpPr>
        <p:spPr>
          <a:xfrm>
            <a:off x="3203848" y="59101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484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9" name="물결 8">
            <a:extLst>
              <a:ext uri="{FF2B5EF4-FFF2-40B4-BE49-F238E27FC236}">
                <a16:creationId xmlns:a16="http://schemas.microsoft.com/office/drawing/2014/main" id="{221512B8-7A4C-2E7D-6383-9EF4E14A68C1}"/>
              </a:ext>
            </a:extLst>
          </p:cNvPr>
          <p:cNvSpPr/>
          <p:nvPr/>
        </p:nvSpPr>
        <p:spPr>
          <a:xfrm>
            <a:off x="1367643" y="5309039"/>
            <a:ext cx="6408712" cy="108012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서버에 접속하기 위해서는 꼭 클라이언트 프로그램이 필요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서버가 리눅스라고 클라이언트도 리눅스일 필요는 없음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각각의 서버 프로그램은 자신에 맞는 별도의 클라이언트 프로그램이 필요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20C131A-B762-12CA-3334-F8295F66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451605"/>
            <a:ext cx="7065323" cy="26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7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AFAF8-428D-432F-AD64-864CE384C431}"/>
              </a:ext>
            </a:extLst>
          </p:cNvPr>
          <p:cNvSpPr txBox="1">
            <a:spLocks/>
          </p:cNvSpPr>
          <p:nvPr/>
        </p:nvSpPr>
        <p:spPr bwMode="auto">
          <a:xfrm>
            <a:off x="773341" y="59703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텔넷 서버 설치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6A907256-C898-467F-BC02-7B3439FC86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26457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리눅스에 텔넷 서버를 설치 가동하고</a:t>
            </a:r>
            <a:r>
              <a:rPr lang="en-US" altLang="ko-KR" sz="2000" dirty="0"/>
              <a:t>, </a:t>
            </a:r>
            <a:r>
              <a:rPr lang="ko-KR" altLang="en-US" sz="2000" dirty="0"/>
              <a:t>원격지의 </a:t>
            </a:r>
            <a:r>
              <a:rPr lang="en-US" altLang="ko-KR" sz="2000" dirty="0"/>
              <a:t>Windows</a:t>
            </a:r>
            <a:r>
              <a:rPr lang="ko-KR" altLang="en-US" sz="2000" dirty="0"/>
              <a:t>에서 접속해서 리눅스를 관리하자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기본적인 서버 구축 방법을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(Windows PC</a:t>
            </a:r>
            <a:r>
              <a:rPr lang="ko-KR" altLang="en-US" dirty="0"/>
              <a:t>에서 리눅스 텔넷 서버로 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4C655DB8-E6A8-8DC8-3551-4A85F1E676E4}"/>
              </a:ext>
            </a:extLst>
          </p:cNvPr>
          <p:cNvSpPr/>
          <p:nvPr/>
        </p:nvSpPr>
        <p:spPr>
          <a:xfrm>
            <a:off x="4139952" y="49483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485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이(가) 표시된 사진&#10;&#10;자동 생성된 설명">
            <a:extLst>
              <a:ext uri="{FF2B5EF4-FFF2-40B4-BE49-F238E27FC236}">
                <a16:creationId xmlns:a16="http://schemas.microsoft.com/office/drawing/2014/main" id="{762FBB13-ED69-35DC-DD78-8A0005454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682998"/>
            <a:ext cx="4690293" cy="26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D30B9BC-53C3-4786-A5C6-53113D7B1D3B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9978E5-1B21-EEDB-F3DC-9A08F62FC206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8-1 </a:t>
            </a:r>
          </a:p>
        </p:txBody>
      </p:sp>
    </p:spTree>
    <p:extLst>
      <p:ext uri="{BB962C8B-B14F-4D97-AF65-F5344CB8AC3E}">
        <p14:creationId xmlns:p14="http://schemas.microsoft.com/office/powerpoint/2010/main" val="215678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OpenSSH </a:t>
            </a:r>
            <a:r>
              <a:rPr lang="ko-KR" altLang="en-US" sz="2800" dirty="0"/>
              <a:t>서버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텔넷과 용도는 동일하지만</a:t>
            </a:r>
            <a:r>
              <a:rPr lang="en-US" altLang="ko-KR" dirty="0"/>
              <a:t>, </a:t>
            </a:r>
            <a:r>
              <a:rPr lang="ko-KR" altLang="en-US" dirty="0"/>
              <a:t>보안이 강화 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텔넷과 거의 동일하지만 데이터를 전송할 때 암호화를 한다는 점이 다름</a:t>
            </a: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90A5BF8-4C17-D727-C682-4E89E21365C1}"/>
              </a:ext>
            </a:extLst>
          </p:cNvPr>
          <p:cNvSpPr/>
          <p:nvPr/>
        </p:nvSpPr>
        <p:spPr>
          <a:xfrm>
            <a:off x="3203848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304E09-3ABD-38AD-5D0E-F6CF3066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400000" cy="3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9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OpenSSH</a:t>
            </a:r>
            <a:r>
              <a:rPr lang="ko-KR" altLang="en-US" sz="2800" dirty="0"/>
              <a:t> 서버 구축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원격지에서 보안이 강화된 서버 접속할 경우 필요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 err="1"/>
              <a:t>OpenSSH</a:t>
            </a:r>
            <a:r>
              <a:rPr lang="en-US" altLang="ko-KR" dirty="0"/>
              <a:t> </a:t>
            </a:r>
            <a:r>
              <a:rPr lang="ko-KR" altLang="en-US" dirty="0"/>
              <a:t>서버 설치 과정 요약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F44B1D4-5C06-C035-7DED-7DBBEA298474}"/>
              </a:ext>
            </a:extLst>
          </p:cNvPr>
          <p:cNvSpPr/>
          <p:nvPr/>
        </p:nvSpPr>
        <p:spPr>
          <a:xfrm>
            <a:off x="3923928" y="54119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976794-181B-D35C-26D0-F407C629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7" y="2534579"/>
            <a:ext cx="7180952" cy="2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5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51989-A718-42E6-9D22-3D325E4A9BE1}"/>
              </a:ext>
            </a:extLst>
          </p:cNvPr>
          <p:cNvSpPr txBox="1">
            <a:spLocks/>
          </p:cNvSpPr>
          <p:nvPr/>
        </p:nvSpPr>
        <p:spPr bwMode="auto">
          <a:xfrm>
            <a:off x="773341" y="66110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OpenSSH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설치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보안이 강화된 </a:t>
            </a:r>
            <a:r>
              <a:rPr lang="en-US" altLang="ko-KR" sz="2000" dirty="0" err="1"/>
              <a:t>OpenSSH</a:t>
            </a:r>
            <a:r>
              <a:rPr lang="en-US" altLang="ko-KR" sz="2000" dirty="0"/>
              <a:t> </a:t>
            </a:r>
            <a:r>
              <a:rPr lang="ko-KR" altLang="en-US" sz="2000" dirty="0"/>
              <a:t>서버를 구축한다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용 </a:t>
            </a:r>
            <a:r>
              <a:rPr lang="en-US" altLang="ko-KR" sz="2000" dirty="0"/>
              <a:t>SSH</a:t>
            </a:r>
            <a:r>
              <a:rPr lang="ko-KR" altLang="en-US" sz="2000" dirty="0"/>
              <a:t>클라이언트인 </a:t>
            </a:r>
            <a:r>
              <a:rPr lang="en-US" altLang="ko-KR" sz="2000" dirty="0"/>
              <a:t>Putty</a:t>
            </a:r>
            <a:r>
              <a:rPr lang="ko-KR" altLang="en-US" sz="2000" dirty="0"/>
              <a:t> 사용법을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(Windows</a:t>
            </a:r>
            <a:r>
              <a:rPr lang="ko-KR" altLang="en-US" dirty="0"/>
              <a:t>에서 </a:t>
            </a:r>
            <a:r>
              <a:rPr lang="en-US" altLang="ko-KR" dirty="0"/>
              <a:t>OpenSSH </a:t>
            </a:r>
            <a:r>
              <a:rPr lang="ko-KR" altLang="en-US" dirty="0"/>
              <a:t>서버로 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D0CC3B8B-3E79-4FEE-B467-B2BF02A444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0528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7DCE1E0-859D-0902-E7BF-FDF9E3E8AC5B}"/>
              </a:ext>
            </a:extLst>
          </p:cNvPr>
          <p:cNvSpPr/>
          <p:nvPr/>
        </p:nvSpPr>
        <p:spPr>
          <a:xfrm>
            <a:off x="4860032" y="57220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00972A4D-27E2-E265-2A89-CCF5D52EE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33" y="3457224"/>
            <a:ext cx="5533333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1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XRDP </a:t>
            </a:r>
            <a:r>
              <a:rPr lang="ko-KR" altLang="en-US" sz="2800" dirty="0"/>
              <a:t>서버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X </a:t>
            </a:r>
            <a:r>
              <a:rPr lang="ko-KR" altLang="en-US" dirty="0"/>
              <a:t>윈도우 환경으로 원격접속을 사용하고 싶을 때 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 </a:t>
            </a:r>
            <a:r>
              <a:rPr lang="en-US" altLang="ko-KR" dirty="0"/>
              <a:t>Windows</a:t>
            </a:r>
            <a:r>
              <a:rPr lang="ko-KR" altLang="en-US" dirty="0"/>
              <a:t>의 ‘원격 데스크톱 연결’ 프로그램을 사용해서 리눅스에 그래픽 환경으로 접속</a:t>
            </a: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813EF95-0E4A-9AA3-70EE-B66A4AF9911D}"/>
              </a:ext>
            </a:extLst>
          </p:cNvPr>
          <p:cNvSpPr/>
          <p:nvPr/>
        </p:nvSpPr>
        <p:spPr>
          <a:xfrm>
            <a:off x="2555776" y="57220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23753AD-52BD-19BB-C317-2DB324C5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96952"/>
            <a:ext cx="6323809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0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XRDP </a:t>
            </a:r>
            <a:r>
              <a:rPr lang="ko-KR" altLang="en-US" sz="2800" dirty="0"/>
              <a:t>서버 구축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원격지에서 </a:t>
            </a:r>
            <a:r>
              <a:rPr lang="en-US" altLang="ko-KR" dirty="0"/>
              <a:t>X </a:t>
            </a:r>
            <a:r>
              <a:rPr lang="ko-KR" altLang="en-US" dirty="0"/>
              <a:t>윈도우 모드로 접속할 경우 필요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XRDP </a:t>
            </a:r>
            <a:r>
              <a:rPr lang="ko-KR" altLang="en-US" dirty="0"/>
              <a:t>서버 설치 과정 요약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5870DF6-2C96-95E9-11C6-9404BDBEF95A}"/>
              </a:ext>
            </a:extLst>
          </p:cNvPr>
          <p:cNvSpPr/>
          <p:nvPr/>
        </p:nvSpPr>
        <p:spPr>
          <a:xfrm>
            <a:off x="3275856" y="57220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91B4C5-CC1C-292D-CB47-E9764CAE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92896"/>
            <a:ext cx="7076190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2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B6387-0E15-48C9-B6F6-B2EADC91AFC4}"/>
              </a:ext>
            </a:extLst>
          </p:cNvPr>
          <p:cNvSpPr txBox="1">
            <a:spLocks/>
          </p:cNvSpPr>
          <p:nvPr/>
        </p:nvSpPr>
        <p:spPr bwMode="auto">
          <a:xfrm>
            <a:off x="773341" y="66110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XRDP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설치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X </a:t>
            </a:r>
            <a:r>
              <a:rPr lang="ko-KR" altLang="en-US" sz="2000" dirty="0"/>
              <a:t>윈도우 접속이 가능한 </a:t>
            </a:r>
            <a:r>
              <a:rPr lang="en-US" altLang="ko-KR" sz="2000" dirty="0"/>
              <a:t>XRDP</a:t>
            </a:r>
            <a:r>
              <a:rPr lang="ko-KR" altLang="en-US" sz="2000" dirty="0"/>
              <a:t>서버를 구축한다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에서 원격 데스크톱 연결을 사용한다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(Windows</a:t>
            </a:r>
            <a:r>
              <a:rPr lang="ko-KR" altLang="en-US" dirty="0"/>
              <a:t>에서 리눅스 </a:t>
            </a:r>
            <a:r>
              <a:rPr lang="en-US" altLang="ko-KR" dirty="0"/>
              <a:t>XRDP </a:t>
            </a:r>
            <a:r>
              <a:rPr lang="ko-KR" altLang="en-US" dirty="0"/>
              <a:t>서버로 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C770F91-CB08-4AAD-9D67-334B4C04C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0528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BB3B5660-3258-3E42-4BEC-962752231560}"/>
              </a:ext>
            </a:extLst>
          </p:cNvPr>
          <p:cNvSpPr/>
          <p:nvPr/>
        </p:nvSpPr>
        <p:spPr>
          <a:xfrm>
            <a:off x="4283968" y="57220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986A078E-D320-5B77-585C-6EBA264E0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081" y="2924944"/>
            <a:ext cx="5544616" cy="3465386"/>
          </a:xfrm>
          <a:prstGeom prst="rect">
            <a:avLst/>
          </a:prstGeom>
        </p:spPr>
      </p:pic>
      <p:pic>
        <p:nvPicPr>
          <p:cNvPr id="9" name="그림 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B8AE91B-B3CD-78CF-EF88-526766DF89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53" y="3478812"/>
            <a:ext cx="2855331" cy="172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4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821D5-D46F-2971-161B-548D77274AC0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CABB2-3BA1-A235-3407-093448ED48EC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8-2 </a:t>
            </a:r>
          </a:p>
        </p:txBody>
      </p:sp>
    </p:spTree>
    <p:extLst>
      <p:ext uri="{BB962C8B-B14F-4D97-AF65-F5344CB8AC3E}">
        <p14:creationId xmlns:p14="http://schemas.microsoft.com/office/powerpoint/2010/main" val="396511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3</a:t>
            </a:r>
            <a:r>
              <a:rPr lang="ko-KR" altLang="en-US" sz="2800" dirty="0"/>
              <a:t>가지 원격 접속 서버의 비교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ko-KR" altLang="en-US" dirty="0"/>
              <a:t>비교표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결론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200" dirty="0"/>
              <a:t>SSH</a:t>
            </a:r>
            <a:r>
              <a:rPr lang="ko-KR" altLang="en-US" sz="2200" dirty="0"/>
              <a:t>를 기본적으로 사용하고</a:t>
            </a:r>
            <a:r>
              <a:rPr lang="en-US" altLang="ko-KR" sz="2200" dirty="0"/>
              <a:t>,</a:t>
            </a:r>
            <a:r>
              <a:rPr lang="ko-KR" altLang="en-US" sz="2200" dirty="0"/>
              <a:t> </a:t>
            </a:r>
            <a:r>
              <a:rPr lang="en-US" altLang="ko-KR" sz="2200" dirty="0"/>
              <a:t>XRDP </a:t>
            </a:r>
            <a:r>
              <a:rPr lang="ko-KR" altLang="en-US" sz="2200" dirty="0"/>
              <a:t>서버는 설정만 해놓고 가동하지 않는다</a:t>
            </a:r>
            <a:r>
              <a:rPr lang="en-US" altLang="ko-KR" sz="2200" dirty="0"/>
              <a:t>. </a:t>
            </a:r>
            <a:r>
              <a:rPr lang="ko-KR" altLang="en-US" sz="2200" dirty="0"/>
              <a:t>원격지에서 </a:t>
            </a:r>
            <a:r>
              <a:rPr lang="en-US" altLang="ko-KR" sz="2200" dirty="0"/>
              <a:t>SSH</a:t>
            </a:r>
            <a:r>
              <a:rPr lang="ko-KR" altLang="en-US" sz="2200" dirty="0"/>
              <a:t>로 서버를 관리하다가</a:t>
            </a:r>
            <a:r>
              <a:rPr lang="en-US" altLang="ko-KR" sz="2200" dirty="0"/>
              <a:t>, X </a:t>
            </a:r>
            <a:r>
              <a:rPr lang="ko-KR" altLang="en-US" sz="2200" dirty="0"/>
              <a:t>윈도우 접속이 필요할 경우에는 접속된 </a:t>
            </a:r>
            <a:r>
              <a:rPr lang="en-US" altLang="ko-KR" sz="2200" dirty="0"/>
              <a:t>SSH </a:t>
            </a:r>
            <a:r>
              <a:rPr lang="ko-KR" altLang="en-US" sz="2200" dirty="0"/>
              <a:t>접속 창에서 </a:t>
            </a:r>
            <a:r>
              <a:rPr lang="en-US" altLang="ko-KR" sz="2200" dirty="0"/>
              <a:t>XRDP</a:t>
            </a:r>
            <a:r>
              <a:rPr lang="ko-KR" altLang="en-US" sz="2200" dirty="0"/>
              <a:t> 서버를 구동하고 </a:t>
            </a:r>
            <a:r>
              <a:rPr lang="en-US" altLang="ko-KR" sz="2200" dirty="0"/>
              <a:t>Windows</a:t>
            </a:r>
            <a:r>
              <a:rPr lang="ko-KR" altLang="en-US" sz="2200" dirty="0"/>
              <a:t>의 원격 데스크톱으로 접속해서 사용</a:t>
            </a:r>
            <a:r>
              <a:rPr lang="en-US" altLang="ko-KR" sz="2200" dirty="0"/>
              <a:t>.</a:t>
            </a:r>
          </a:p>
          <a:p>
            <a:pPr lvl="1" eaLnBrk="1" hangingPunct="1">
              <a:defRPr/>
            </a:pPr>
            <a:r>
              <a:rPr lang="ko-KR" altLang="en-US" sz="2200" dirty="0"/>
              <a:t>텔넷 서버는 보안이 철저한 회사 내의 네트워크에서만 사용하면 무난함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B30AD555-4691-5170-5420-79C1A5E95142}"/>
              </a:ext>
            </a:extLst>
          </p:cNvPr>
          <p:cNvSpPr/>
          <p:nvPr/>
        </p:nvSpPr>
        <p:spPr>
          <a:xfrm>
            <a:off x="5148064" y="54868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74B523-017F-DB7E-8209-F52EF219A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06" y="1754813"/>
            <a:ext cx="7085714" cy="2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32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2380</TotalTime>
  <Words>346</Words>
  <Application>Microsoft Office PowerPoint</Application>
  <PresentationFormat>화면 슬라이드 쇼(4:3)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Arial</vt:lpstr>
      <vt:lpstr>Georgia</vt:lpstr>
      <vt:lpstr>Trebuchet MS</vt:lpstr>
      <vt:lpstr>굴림</vt:lpstr>
      <vt:lpstr>나눔바른고딕</vt:lpstr>
      <vt:lpstr>Wingdings 2</vt:lpstr>
      <vt:lpstr>나눔고딕 ExtraBold</vt:lpstr>
      <vt:lpstr>나눔스퀘어라운드 ExtraBold</vt:lpstr>
      <vt:lpstr>나눔스퀘어 ExtraBold</vt:lpstr>
      <vt:lpstr>Urban</vt:lpstr>
      <vt:lpstr>PowerPoint 프레젠테이션</vt:lpstr>
      <vt:lpstr>텔넷 서버 개요</vt:lpstr>
      <vt:lpstr>텔넷 서버 구축</vt:lpstr>
      <vt:lpstr>PowerPoint 프레젠테이션</vt:lpstr>
      <vt:lpstr>PowerPoint 프레젠테이션</vt:lpstr>
      <vt:lpstr>OpenSSH 서버</vt:lpstr>
      <vt:lpstr>OpenSSH 서버 구축</vt:lpstr>
      <vt:lpstr>PowerPoint 프레젠테이션</vt:lpstr>
      <vt:lpstr>XRDP 서버</vt:lpstr>
      <vt:lpstr>XRDP 서버 구축  </vt:lpstr>
      <vt:lpstr>PowerPoint 프레젠테이션</vt:lpstr>
      <vt:lpstr>PowerPoint 프레젠테이션</vt:lpstr>
      <vt:lpstr>3가지 원격 접속 서버의 비교  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118</cp:revision>
  <dcterms:created xsi:type="dcterms:W3CDTF">2007-02-12T03:01:34Z</dcterms:created>
  <dcterms:modified xsi:type="dcterms:W3CDTF">2024-10-26T04:17:05Z</dcterms:modified>
</cp:coreProperties>
</file>