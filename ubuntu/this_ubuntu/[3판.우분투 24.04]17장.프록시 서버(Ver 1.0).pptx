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embeddedFontLst>
    <p:embeddedFont>
      <p:font typeface="나눔고딕 ExtraBold" panose="020D0904000000000000" pitchFamily="50" charset="-127"/>
      <p:bold r:id="rId8"/>
    </p:embeddedFont>
    <p:embeddedFont>
      <p:font typeface="나눔바른고딕" panose="020B0603020101020101" pitchFamily="50" charset="-127"/>
      <p:regular r:id="rId9"/>
      <p:bold r:id="rId10"/>
    </p:embeddedFont>
    <p:embeddedFont>
      <p:font typeface="나눔스퀘어 ExtraBold" panose="020B0600000101010101" pitchFamily="50" charset="-127"/>
      <p:bold r:id="rId11"/>
    </p:embeddedFont>
    <p:embeddedFont>
      <p:font typeface="나눔스퀘어라운드 ExtraBold" panose="020B0600000101010101" pitchFamily="50" charset="-127"/>
      <p:bold r:id="rId12"/>
    </p:embeddedFont>
    <p:embeddedFont>
      <p:font typeface="Georgia" panose="02040502050405020303" pitchFamily="18" charset="0"/>
      <p:regular r:id="rId13"/>
      <p:bold r:id="rId14"/>
      <p:italic r:id="rId15"/>
      <p:boldItalic r:id="rId16"/>
    </p:embeddedFont>
    <p:embeddedFont>
      <p:font typeface="Trebuchet MS" panose="020B0603020202020204" pitchFamily="34" charset="0"/>
      <p:regular r:id="rId17"/>
      <p:bold r:id="rId18"/>
      <p:italic r:id="rId19"/>
      <p:boldItalic r:id="rId20"/>
    </p:embeddedFont>
    <p:embeddedFont>
      <p:font typeface="Wingdings 2" panose="05020102010507070707" pitchFamily="18" charset="2"/>
      <p:regular r:id="rId21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CC66FF"/>
    <a:srgbClr val="FF7C80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2024-10-26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2024-10-26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954107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17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프록시 서버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17107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17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프록시 서버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285226" y="6550025"/>
            <a:ext cx="7938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/4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10/26/2024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프록시 서버 개념</a:t>
            </a:r>
            <a:r>
              <a:rPr lang="en-US" altLang="ko-KR" sz="2800" dirty="0"/>
              <a:t> 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dirty="0" err="1"/>
              <a:t>프록시</a:t>
            </a:r>
            <a:r>
              <a:rPr lang="en-US" altLang="ko-KR" sz="2000" dirty="0"/>
              <a:t>(Proxy)</a:t>
            </a:r>
            <a:r>
              <a:rPr lang="ko-KR" altLang="en-US" sz="2000" dirty="0"/>
              <a:t>란 단어가 뜻하듯 ‘대리인’의 역할을 하는 서버</a:t>
            </a:r>
            <a:endParaRPr lang="en-US" altLang="ko-KR" sz="2000" dirty="0"/>
          </a:p>
          <a:p>
            <a:pPr>
              <a:defRPr/>
            </a:pPr>
            <a:r>
              <a:rPr lang="ko-KR" altLang="en-US" sz="2000" dirty="0"/>
              <a:t>웹 환경에서 </a:t>
            </a:r>
            <a:r>
              <a:rPr lang="ko-KR" altLang="en-US" sz="2000" dirty="0" err="1"/>
              <a:t>프록시</a:t>
            </a:r>
            <a:r>
              <a:rPr lang="ko-KR" altLang="en-US" sz="2000" dirty="0"/>
              <a:t> 서버는 웹 클라이언트와 웹 서버 사이에서 요청한 데이터를 전달하는 역할</a:t>
            </a:r>
            <a:endParaRPr lang="en-US" altLang="ko-KR" sz="2000" dirty="0"/>
          </a:p>
          <a:p>
            <a:pPr eaLnBrk="1" hangingPunct="1">
              <a:defRPr/>
            </a:pPr>
            <a:r>
              <a:rPr lang="ko-KR" altLang="en-US" sz="2000" dirty="0"/>
              <a:t>한번 전송한 데이터를 캐시에 저장한 후</a:t>
            </a:r>
            <a:r>
              <a:rPr lang="en-US" altLang="ko-KR" sz="2000" dirty="0"/>
              <a:t>, </a:t>
            </a:r>
            <a:r>
              <a:rPr lang="ko-KR" altLang="en-US" sz="2000" dirty="0"/>
              <a:t>같은 데이터를 또 요청할 경우에 캐시에 저장된 것을 보내줌</a:t>
            </a: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B8DF6878-B941-2064-E302-1251545A6179}"/>
              </a:ext>
            </a:extLst>
          </p:cNvPr>
          <p:cNvSpPr/>
          <p:nvPr/>
        </p:nvSpPr>
        <p:spPr>
          <a:xfrm>
            <a:off x="3419872" y="62275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761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DE1DE4-F85D-517D-2D1E-EF45B23D4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5" y="3210546"/>
            <a:ext cx="7830189" cy="324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015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185F2-E4A2-4119-A26F-FB8C03B852BB}"/>
              </a:ext>
            </a:extLst>
          </p:cNvPr>
          <p:cNvSpPr txBox="1">
            <a:spLocks/>
          </p:cNvSpPr>
          <p:nvPr/>
        </p:nvSpPr>
        <p:spPr bwMode="auto">
          <a:xfrm>
            <a:off x="773341" y="662478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프록시 서버 구현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B3FAA826-121E-4384-AB4E-9D9F8CF288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91900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우분투에서 제공되는 ‘</a:t>
            </a:r>
            <a:r>
              <a:rPr lang="en-US" altLang="ko-KR" sz="2000" dirty="0"/>
              <a:t>Squid </a:t>
            </a:r>
            <a:r>
              <a:rPr lang="ko-KR" altLang="en-US" sz="2000" dirty="0" err="1"/>
              <a:t>프록시</a:t>
            </a:r>
            <a:r>
              <a:rPr lang="ko-KR" altLang="en-US" sz="2000" dirty="0"/>
              <a:t> 서버’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설치한다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설정 파일인 </a:t>
            </a:r>
            <a:r>
              <a:rPr lang="en-US" altLang="ko-KR" sz="2000" dirty="0"/>
              <a:t>/etc/squid/</a:t>
            </a:r>
            <a:r>
              <a:rPr lang="en-US" altLang="ko-KR" sz="2000" dirty="0" err="1"/>
              <a:t>squid.conf</a:t>
            </a:r>
            <a:r>
              <a:rPr lang="en-US" altLang="ko-KR" sz="2000" dirty="0"/>
              <a:t> </a:t>
            </a:r>
            <a:r>
              <a:rPr lang="ko-KR" altLang="en-US" sz="2000" dirty="0"/>
              <a:t>파일 내용을 파악한다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웹 클라이언트의 다운로드 속도가 향상되는 것을 확인한다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(Firefox</a:t>
            </a:r>
            <a:r>
              <a:rPr lang="ko-KR" altLang="en-US" dirty="0"/>
              <a:t>에서 프록시 서버 지정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81654670-DC49-183C-5426-ECE6EBEABD78}"/>
              </a:ext>
            </a:extLst>
          </p:cNvPr>
          <p:cNvSpPr/>
          <p:nvPr/>
        </p:nvSpPr>
        <p:spPr>
          <a:xfrm>
            <a:off x="4644008" y="56592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762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51809FD4-0783-23ED-4CD2-F6D660413B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284984"/>
            <a:ext cx="5463148" cy="321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910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C790065-2FFF-DF0F-039B-8786AF5D6EA3}"/>
              </a:ext>
            </a:extLst>
          </p:cNvPr>
          <p:cNvSpPr/>
          <p:nvPr/>
        </p:nvSpPr>
        <p:spPr>
          <a:xfrm>
            <a:off x="7229934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767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70BC2AE-947C-418C-7DD0-7742029E7448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17-1 </a:t>
            </a:r>
          </a:p>
        </p:txBody>
      </p:sp>
    </p:spTree>
    <p:extLst>
      <p:ext uri="{BB962C8B-B14F-4D97-AF65-F5344CB8AC3E}">
        <p14:creationId xmlns:p14="http://schemas.microsoft.com/office/powerpoint/2010/main" val="38979278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2399</TotalTime>
  <Words>108</Words>
  <Application>Microsoft Office PowerPoint</Application>
  <PresentationFormat>화면 슬라이드 쇼(4:3)</PresentationFormat>
  <Paragraphs>16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3" baseType="lpstr">
      <vt:lpstr>나눔바른고딕</vt:lpstr>
      <vt:lpstr>Georgia</vt:lpstr>
      <vt:lpstr>나눔스퀘어 ExtraBold</vt:lpstr>
      <vt:lpstr>Trebuchet MS</vt:lpstr>
      <vt:lpstr>나눔고딕 ExtraBold</vt:lpstr>
      <vt:lpstr>나눔스퀘어라운드 ExtraBold</vt:lpstr>
      <vt:lpstr>굴림</vt:lpstr>
      <vt:lpstr>Wingdings 2</vt:lpstr>
      <vt:lpstr>Urban</vt:lpstr>
      <vt:lpstr>PowerPoint 프레젠테이션</vt:lpstr>
      <vt:lpstr>프록시 서버 개념  </vt:lpstr>
      <vt:lpstr>PowerPoint 프레젠테이션</vt:lpstr>
      <vt:lpstr>PowerPoint 프레젠테이션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124</cp:revision>
  <dcterms:created xsi:type="dcterms:W3CDTF">2007-02-12T03:01:34Z</dcterms:created>
  <dcterms:modified xsi:type="dcterms:W3CDTF">2024-10-26T04:31:16Z</dcterms:modified>
</cp:coreProperties>
</file>