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notesMasterIdLst>
    <p:notesMasterId r:id="rId8"/>
  </p:notesMasterIdLst>
  <p:handoutMasterIdLst>
    <p:handoutMasterId r:id="rId9"/>
  </p:handoutMasterIdLst>
  <p:sldIdLst>
    <p:sldId id="256" r:id="rId2"/>
    <p:sldId id="258" r:id="rId3"/>
    <p:sldId id="264" r:id="rId4"/>
    <p:sldId id="265" r:id="rId5"/>
    <p:sldId id="304" r:id="rId6"/>
    <p:sldId id="263" r:id="rId7"/>
  </p:sldIdLst>
  <p:sldSz cx="9144000" cy="6858000" type="screen4x3"/>
  <p:notesSz cx="6858000" cy="9144000"/>
  <p:embeddedFontLst>
    <p:embeddedFont>
      <p:font typeface="나눔고딕 ExtraBold" panose="020D0904000000000000" pitchFamily="50" charset="-127"/>
      <p:bold r:id="rId10"/>
    </p:embeddedFont>
    <p:embeddedFont>
      <p:font typeface="나눔바른고딕" panose="020B0603020101020101" pitchFamily="50" charset="-127"/>
      <p:regular r:id="rId11"/>
      <p:bold r:id="rId12"/>
    </p:embeddedFont>
    <p:embeddedFont>
      <p:font typeface="나눔스퀘어 ExtraBold" panose="020B0600000101010101" pitchFamily="50" charset="-127"/>
      <p:bold r:id="rId13"/>
    </p:embeddedFont>
    <p:embeddedFont>
      <p:font typeface="나눔스퀘어라운드 ExtraBold" panose="020B0600000101010101" pitchFamily="50" charset="-127"/>
      <p:bold r:id="rId14"/>
    </p:embeddedFont>
    <p:embeddedFont>
      <p:font typeface="Georgia" panose="02040502050405020303" pitchFamily="18" charset="0"/>
      <p:regular r:id="rId15"/>
      <p:bold r:id="rId16"/>
      <p:italic r:id="rId17"/>
      <p:boldItalic r:id="rId18"/>
    </p:embeddedFont>
    <p:embeddedFont>
      <p:font typeface="Trebuchet MS" panose="020B0603020202020204" pitchFamily="34" charset="0"/>
      <p:regular r:id="rId19"/>
      <p:bold r:id="rId20"/>
      <p:italic r:id="rId21"/>
      <p:boldItalic r:id="rId22"/>
    </p:embeddedFont>
    <p:embeddedFont>
      <p:font typeface="Wingdings 2" panose="05020102010507070707" pitchFamily="18" charset="2"/>
      <p:regular r:id="rId23"/>
    </p:embeddedFont>
  </p:embeddedFontLst>
  <p:defaultTextStyle>
    <a:defPPr>
      <a:defRPr lang="en-US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00"/>
    <a:srgbClr val="FF7C80"/>
    <a:srgbClr val="FF9933"/>
    <a:srgbClr val="CC66FF"/>
    <a:srgbClr val="9966FF"/>
    <a:srgbClr val="FF00FF"/>
    <a:srgbClr val="FFCC66"/>
    <a:srgbClr val="CC99FF"/>
    <a:srgbClr val="FFCC99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26" autoAdjust="0"/>
    <p:restoredTop sz="94660"/>
  </p:normalViewPr>
  <p:slideViewPr>
    <p:cSldViewPr>
      <p:cViewPr>
        <p:scale>
          <a:sx n="125" d="100"/>
          <a:sy n="125" d="100"/>
        </p:scale>
        <p:origin x="942" y="2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73" d="100"/>
          <a:sy n="73" d="100"/>
        </p:scale>
        <p:origin x="2682" y="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4.fntdata"/><Relationship Id="rId18" Type="http://schemas.openxmlformats.org/officeDocument/2006/relationships/font" Target="fonts/font9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12.fntdata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23" Type="http://schemas.openxmlformats.org/officeDocument/2006/relationships/font" Target="fonts/font14.fntdata"/><Relationship Id="rId10" Type="http://schemas.openxmlformats.org/officeDocument/2006/relationships/font" Target="fonts/font1.fntdata"/><Relationship Id="rId19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Relationship Id="rId14" Type="http://schemas.openxmlformats.org/officeDocument/2006/relationships/font" Target="fonts/font5.fntdata"/><Relationship Id="rId22" Type="http://schemas.openxmlformats.org/officeDocument/2006/relationships/font" Target="fonts/font13.fntdata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3E24673C-6695-4338-BB03-1527ED3D44D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7DF4E72-3AA4-4775-9E94-2B847969C99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F5311B-5D78-499E-BD82-99044A3A2310}" type="datetimeFigureOut">
              <a:rPr lang="ko-KR" altLang="en-US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2024-10-26</a:t>
            </a:fld>
            <a:endParaRPr lang="ko-KR" altLang="en-US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978949C-1257-41BA-BE32-661D22C8D40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0C2EEA3-F82A-453E-B4CB-5CF791CE8C6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91374B-5E44-4691-8385-F83CA52C76B9}" type="slidenum">
              <a:rPr lang="ko-KR" altLang="en-US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‹#›</a:t>
            </a:fld>
            <a:endParaRPr lang="ko-KR" altLang="en-US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890064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pPr>
              <a:defRPr/>
            </a:pPr>
            <a:fld id="{A9FE1E17-38D0-4764-A605-7BB07631345D}" type="datetimeFigureOut">
              <a:rPr lang="ko-KR" altLang="en-US" smtClean="0"/>
              <a:pPr>
                <a:defRPr/>
              </a:pPr>
              <a:t>2024-10-26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 noProof="0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noProof="0" dirty="0"/>
              <a:t>마스터 텍스트 스타일을 편집합니다</a:t>
            </a:r>
          </a:p>
          <a:p>
            <a:pPr lvl="1"/>
            <a:r>
              <a:rPr lang="ko-KR" altLang="en-US" noProof="0" dirty="0"/>
              <a:t>둘째 수준</a:t>
            </a:r>
          </a:p>
          <a:p>
            <a:pPr lvl="2"/>
            <a:r>
              <a:rPr lang="ko-KR" altLang="en-US" noProof="0" dirty="0"/>
              <a:t>셋째 수준</a:t>
            </a:r>
          </a:p>
          <a:p>
            <a:pPr lvl="3"/>
            <a:r>
              <a:rPr lang="ko-KR" altLang="en-US" noProof="0" dirty="0"/>
              <a:t>넷째 수준</a:t>
            </a:r>
          </a:p>
          <a:p>
            <a:pPr lvl="4"/>
            <a:r>
              <a:rPr lang="ko-KR" altLang="en-US" noProof="0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fld id="{8950B175-50B7-496C-B63E-4B4F03E07213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83632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나눔바른고딕" panose="020B0603020101020101" pitchFamily="50" charset="-127"/>
        <a:ea typeface="나눔바른고딕" panose="020B0603020101020101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나눔바른고딕" panose="020B0603020101020101" pitchFamily="50" charset="-127"/>
        <a:ea typeface="나눔바른고딕" panose="020B0603020101020101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나눔바른고딕" panose="020B0603020101020101" pitchFamily="50" charset="-127"/>
        <a:ea typeface="나눔바른고딕" panose="020B0603020101020101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나눔바른고딕" panose="020B0603020101020101" pitchFamily="50" charset="-127"/>
        <a:ea typeface="나눔바른고딕" panose="020B0603020101020101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나눔바른고딕" panose="020B0603020101020101" pitchFamily="50" charset="-127"/>
        <a:ea typeface="나눔바른고딕" panose="020B0603020101020101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F2E5FF64-107C-C58A-6C47-B1DC6113D1E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206634" y="845736"/>
            <a:ext cx="4815919" cy="5166528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FDB5C4FD-2B03-4A88-A582-AA7ACB7176C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3743" y="6264745"/>
            <a:ext cx="1970191" cy="497239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CBB051D0-15E5-40BC-B4C6-AB45FF616079}"/>
              </a:ext>
            </a:extLst>
          </p:cNvPr>
          <p:cNvSpPr/>
          <p:nvPr userDrawn="1"/>
        </p:nvSpPr>
        <p:spPr>
          <a:xfrm>
            <a:off x="354120" y="1025303"/>
            <a:ext cx="3506222" cy="954107"/>
          </a:xfrm>
          <a:prstGeom prst="rect">
            <a:avLst/>
          </a:prstGeom>
          <a:solidFill>
            <a:srgbClr val="00B0F0"/>
          </a:solidFill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ko-KR" sz="2800" b="1" cap="none" spc="0" dirty="0">
                <a:ln w="10160">
                  <a:noFill/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03</a:t>
            </a:r>
            <a:r>
              <a:rPr lang="ko-KR" altLang="en-US" sz="2800" b="1" cap="none" spc="0" dirty="0">
                <a:ln w="10160">
                  <a:noFill/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장</a:t>
            </a:r>
            <a:r>
              <a:rPr lang="en-US" altLang="ko-KR" sz="2800" b="1" cap="none" spc="0" dirty="0">
                <a:ln w="10160">
                  <a:noFill/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</a:p>
          <a:p>
            <a:pPr algn="ctr"/>
            <a:r>
              <a:rPr lang="ko-KR" altLang="en-US" sz="2800" b="1" cap="none" spc="0" dirty="0">
                <a:ln w="10160">
                  <a:noFill/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우분투 리눅스 설치</a:t>
            </a:r>
            <a:endParaRPr lang="en-US" altLang="ko-KR" sz="2800" b="1" cap="none" spc="0" dirty="0">
              <a:ln w="10160">
                <a:noFill/>
                <a:prstDash val="solid"/>
              </a:ln>
              <a:solidFill>
                <a:schemeClr val="bg1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0952CC6D-270C-47EC-BC2A-75F4D0D165C2}"/>
              </a:ext>
            </a:extLst>
          </p:cNvPr>
          <p:cNvSpPr/>
          <p:nvPr userDrawn="1"/>
        </p:nvSpPr>
        <p:spPr>
          <a:xfrm>
            <a:off x="4536228" y="6264745"/>
            <a:ext cx="4308295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altLang="ko-KR" sz="2000" b="1" cap="none" spc="0" dirty="0">
                <a:ln/>
                <a:solidFill>
                  <a:schemeClr val="tx1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https://cafe.naver.com/thisisLinux</a:t>
            </a:r>
          </a:p>
        </p:txBody>
      </p:sp>
      <p:sp>
        <p:nvSpPr>
          <p:cNvPr id="9" name="별: 꼭짓점 12개 8">
            <a:extLst>
              <a:ext uri="{FF2B5EF4-FFF2-40B4-BE49-F238E27FC236}">
                <a16:creationId xmlns:a16="http://schemas.microsoft.com/office/drawing/2014/main" id="{0E5C3A4F-295B-BE34-4140-0C39B81E2F61}"/>
              </a:ext>
            </a:extLst>
          </p:cNvPr>
          <p:cNvSpPr/>
          <p:nvPr userDrawn="1"/>
        </p:nvSpPr>
        <p:spPr>
          <a:xfrm>
            <a:off x="7020272" y="593255"/>
            <a:ext cx="1224136" cy="864096"/>
          </a:xfrm>
          <a:prstGeom prst="star12">
            <a:avLst/>
          </a:prstGeom>
          <a:solidFill>
            <a:srgbClr val="CC66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3</a:t>
            </a:r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판</a:t>
            </a: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19C0829C-8AE1-5E32-FB03-DACDB463B5B6}"/>
              </a:ext>
            </a:extLst>
          </p:cNvPr>
          <p:cNvSpPr/>
          <p:nvPr userDrawn="1"/>
        </p:nvSpPr>
        <p:spPr>
          <a:xfrm>
            <a:off x="1088838" y="3645024"/>
            <a:ext cx="1970190" cy="1657849"/>
          </a:xfrm>
          <a:prstGeom prst="ellipse">
            <a:avLst/>
          </a:pr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>
                <a:ln>
                  <a:noFill/>
                </a:ln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우분투 </a:t>
            </a:r>
            <a:r>
              <a:rPr lang="en-US" altLang="ko-KR" sz="2400" dirty="0">
                <a:ln>
                  <a:noFill/>
                </a:ln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24.04</a:t>
            </a:r>
          </a:p>
          <a:p>
            <a:pPr algn="ctr"/>
            <a:r>
              <a:rPr lang="en-US" altLang="ko-KR" sz="2400" dirty="0">
                <a:ln>
                  <a:noFill/>
                </a:ln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LTS</a:t>
            </a:r>
            <a:endParaRPr lang="ko-KR" altLang="en-US" sz="2400" dirty="0">
              <a:ln>
                <a:noFill/>
              </a:ln>
              <a:ea typeface="나눔바른고딕" panose="020B060302010102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592198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428625" y="6581775"/>
            <a:ext cx="2356735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400" b="0" dirty="0">
                <a:solidFill>
                  <a:srgbClr val="0070C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(3</a:t>
            </a:r>
            <a:r>
              <a:rPr kumimoji="0" lang="ko-KR" altLang="en-US" sz="1400" b="0" dirty="0">
                <a:solidFill>
                  <a:srgbClr val="0070C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판</a:t>
            </a:r>
            <a:r>
              <a:rPr kumimoji="0" lang="en-US" altLang="ko-KR" sz="1400" b="0" dirty="0">
                <a:solidFill>
                  <a:srgbClr val="0070C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) </a:t>
            </a:r>
            <a:r>
              <a:rPr kumimoji="0" lang="ko-KR" altLang="en-US" sz="1400" b="0" dirty="0">
                <a:solidFill>
                  <a:srgbClr val="0070C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이것이 우분투 리눅스다</a:t>
            </a:r>
          </a:p>
        </p:txBody>
      </p:sp>
      <p:sp>
        <p:nvSpPr>
          <p:cNvPr id="5" name="TextBox 4"/>
          <p:cNvSpPr txBox="1"/>
          <p:nvPr userDrawn="1"/>
        </p:nvSpPr>
        <p:spPr>
          <a:xfrm>
            <a:off x="285750" y="0"/>
            <a:ext cx="2319866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600" b="1" dirty="0">
                <a:solidFill>
                  <a:srgbClr val="FFFF00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03</a:t>
            </a:r>
            <a:r>
              <a:rPr kumimoji="0" lang="ko-KR" altLang="en-US" sz="1600" b="1" dirty="0">
                <a:solidFill>
                  <a:srgbClr val="FFFF00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장</a:t>
            </a:r>
            <a:r>
              <a:rPr kumimoji="0" lang="en-US" altLang="ko-KR" sz="1600" b="1" dirty="0">
                <a:solidFill>
                  <a:srgbClr val="FFFF00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. </a:t>
            </a:r>
            <a:r>
              <a:rPr kumimoji="0" lang="ko-KR" altLang="en-US" sz="1600" b="1" dirty="0">
                <a:solidFill>
                  <a:srgbClr val="FFFF00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우분투 리눅스 설치</a:t>
            </a:r>
          </a:p>
        </p:txBody>
      </p:sp>
      <p:sp>
        <p:nvSpPr>
          <p:cNvPr id="6" name="TextBox 5"/>
          <p:cNvSpPr txBox="1"/>
          <p:nvPr userDrawn="1"/>
        </p:nvSpPr>
        <p:spPr>
          <a:xfrm>
            <a:off x="8358188" y="6550025"/>
            <a:ext cx="793807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fld id="{49AC353A-281A-4504-9FE1-662E9EF17D8A}" type="slidenum">
              <a:rPr lang="ko-KR" altLang="en-US" sz="1400" b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pPr eaLnBrk="1" hangingPunct="1"/>
              <a:t>‹#›</a:t>
            </a:fld>
            <a:r>
              <a:rPr lang="en-US" altLang="ko-KR" sz="14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/6</a:t>
            </a:r>
            <a:endParaRPr lang="ko-KR" altLang="en-US" sz="1400" b="1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7" name="TextBox 6"/>
          <p:cNvSpPr txBox="1"/>
          <p:nvPr userDrawn="1"/>
        </p:nvSpPr>
        <p:spPr>
          <a:xfrm>
            <a:off x="5508104" y="0"/>
            <a:ext cx="3214534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 sz="1400" b="1" dirty="0">
                <a:solidFill>
                  <a:schemeClr val="bg1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https://cafe.naver.com/thisisLinux</a:t>
            </a:r>
            <a:endParaRPr lang="ko-KR" altLang="en-US" sz="1400" b="1" dirty="0">
              <a:solidFill>
                <a:schemeClr val="bg1"/>
              </a:solidFill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642918"/>
            <a:ext cx="8229600" cy="642942"/>
          </a:xfrm>
        </p:spPr>
        <p:txBody>
          <a:bodyPr>
            <a:normAutofit/>
          </a:bodyPr>
          <a:lstStyle>
            <a:lvl1pPr>
              <a:defRPr sz="3200">
                <a:latin typeface="나눔고딕 ExtraBold" panose="020D0904000000000000" pitchFamily="50" charset="-127"/>
                <a:ea typeface="나눔고딕 ExtraBold" panose="020D0904000000000000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357298"/>
            <a:ext cx="8229600" cy="5143536"/>
          </a:xfrm>
        </p:spPr>
        <p:txBody>
          <a:bodyPr>
            <a:normAutofit/>
          </a:bodyPr>
          <a:lstStyle>
            <a:lvl1pPr>
              <a:defRPr sz="24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>
              <a:defRPr sz="24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2pPr>
            <a:lvl3pPr>
              <a:defRPr sz="20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3pPr>
            <a:lvl4pPr>
              <a:defRPr sz="20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4pPr>
            <a:lvl5pPr>
              <a:defRPr sz="18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6444208" y="6548338"/>
            <a:ext cx="1711174" cy="307777"/>
          </a:xfrm>
          <a:prstGeom prst="rect">
            <a:avLst/>
          </a:prstGeom>
          <a:solidFill>
            <a:schemeClr val="accent2"/>
          </a:solidFill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Ubuntu 24.04 LTS</a:t>
            </a:r>
            <a:endParaRPr lang="ko-KR" altLang="en-US" sz="1400" b="1" dirty="0">
              <a:solidFill>
                <a:schemeClr val="bg1"/>
              </a:solidFill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524632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1981200"/>
            <a:ext cx="7772400" cy="1362075"/>
          </a:xfrm>
        </p:spPr>
        <p:txBody>
          <a:bodyPr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rgbClr val="FFFFFF"/>
                </a:solidFill>
                <a:effectLst>
                  <a:outerShdw blurRad="38100" dist="381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3367088"/>
            <a:ext cx="7772400" cy="1509712"/>
          </a:xfrm>
        </p:spPr>
        <p:txBody>
          <a:bodyPr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70A40A-1095-4482-A81C-DE8D97CF4FAF}" type="datetimeFigureOut">
              <a:rPr lang="en-US" altLang="ko-KR"/>
              <a:pPr>
                <a:defRPr/>
              </a:pPr>
              <a:t>10/26/2024</a:t>
            </a:fld>
            <a:endParaRPr lang="en-US" alt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5510668-C776-4DEF-90B9-7FD1E5FDC330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4697697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5D9E67D-5DA1-4729-B991-E4DA6144546D}" type="datetimeFigureOut">
              <a:rPr lang="en-US" altLang="ko-KR"/>
              <a:pPr>
                <a:defRPr/>
              </a:pPr>
              <a:t>10/26/2024</a:t>
            </a:fld>
            <a:endParaRPr lang="en-US" altLang="ko-KR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5994A34-7693-4DA8-87B2-5F89B278748A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3914986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1000" y="1143000"/>
            <a:ext cx="8382000" cy="1069848"/>
          </a:xfrm>
        </p:spPr>
        <p:txBody>
          <a:bodyPr/>
          <a:lstStyle>
            <a:lvl1pPr>
              <a:defRPr sz="4000" b="0" i="0" cap="none" baseline="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81000" y="2244970"/>
            <a:ext cx="4041648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3"/>
          </p:nvPr>
        </p:nvSpPr>
        <p:spPr>
          <a:xfrm>
            <a:off x="4721225" y="2244970"/>
            <a:ext cx="4041775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내용 개체 틀 4"/>
          <p:cNvSpPr>
            <a:spLocks noGrp="1"/>
          </p:cNvSpPr>
          <p:nvPr>
            <p:ph sz="quarter" idx="2"/>
          </p:nvPr>
        </p:nvSpPr>
        <p:spPr>
          <a:xfrm>
            <a:off x="381000" y="2708519"/>
            <a:ext cx="4041648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718304" y="2708519"/>
            <a:ext cx="4041775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7" name="날짜 개체 틀 2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DD4FCB4-DCC3-4812-BAA4-E89A66CCAA25}" type="datetimeFigureOut">
              <a:rPr lang="en-US" altLang="ko-KR"/>
              <a:pPr>
                <a:defRPr/>
              </a:pPr>
              <a:t>10/26/2024</a:t>
            </a:fld>
            <a:endParaRPr lang="en-US" altLang="ko-KR"/>
          </a:p>
        </p:txBody>
      </p:sp>
      <p:sp>
        <p:nvSpPr>
          <p:cNvPr id="8" name="슬라이드 번호 개체 틀 2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D17B28E1-79AC-48A3-9558-454E42DE4EDC}" type="slidenum">
              <a:rPr lang="en-US" altLang="ko-KR"/>
              <a:pPr/>
              <a:t>‹#›</a:t>
            </a:fld>
            <a:endParaRPr lang="en-US" altLang="ko-KR"/>
          </a:p>
        </p:txBody>
      </p:sp>
      <p:sp>
        <p:nvSpPr>
          <p:cNvPr id="9" name="바닥글 개체 틀 27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6593977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9848"/>
          </a:xfrm>
        </p:spPr>
        <p:txBody>
          <a:bodyPr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6583363" y="612775"/>
            <a:ext cx="957262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7101D40-AEA9-4F59-9273-3AE4BD34FFDA}" type="datetimeFigureOut">
              <a:rPr lang="en-US" altLang="ko-KR"/>
              <a:pPr>
                <a:defRPr/>
              </a:pPr>
              <a:t>10/26/2024</a:t>
            </a:fld>
            <a:endParaRPr lang="en-US" altLang="ko-KR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8EA269F-E158-42D9-816A-B30CB7545EE3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8757877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64D789F-1FA5-4F5C-A900-FE73EF265E54}" type="datetimeFigureOut">
              <a:rPr lang="en-US" altLang="ko-KR"/>
              <a:pPr>
                <a:defRPr/>
              </a:pPr>
              <a:t>10/26/2024</a:t>
            </a:fld>
            <a:endParaRPr lang="en-US" altLang="ko-KR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5375B4C-030A-4FCD-9864-787CE94FAE18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7577925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53496" y="1101970"/>
            <a:ext cx="3383280" cy="877824"/>
          </a:xfrm>
        </p:spPr>
        <p:txBody>
          <a:bodyPr anchor="b"/>
          <a:lstStyle>
            <a:lvl1pPr algn="l">
              <a:buNone/>
              <a:defRPr sz="1800" b="1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2"/>
          </p:nvPr>
        </p:nvSpPr>
        <p:spPr>
          <a:xfrm>
            <a:off x="5353496" y="2010727"/>
            <a:ext cx="3383280" cy="4617720"/>
          </a:xfrm>
        </p:spPr>
        <p:txBody>
          <a:bodyPr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1"/>
          </p:nvPr>
        </p:nvSpPr>
        <p:spPr>
          <a:xfrm>
            <a:off x="152400" y="776287"/>
            <a:ext cx="5102352" cy="58521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6F9F45-433C-435F-9729-7CA4AF07A0F6}" type="datetimeFigureOut">
              <a:rPr lang="en-US" altLang="ko-KR"/>
              <a:pPr>
                <a:defRPr/>
              </a:pPr>
              <a:t>10/26/2024</a:t>
            </a:fld>
            <a:endParaRPr lang="en-US" altLang="ko-KR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071BBA6-43EC-4C88-96A0-166A32778D20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9369329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40434" y="1109160"/>
            <a:ext cx="586803" cy="4681637"/>
          </a:xfrm>
        </p:spPr>
        <p:txBody>
          <a:bodyPr vert="vert270" lIns="45720" tIns="0" rIns="45720" anchor="t"/>
          <a:lstStyle>
            <a:lvl1pPr algn="ctr">
              <a:buNone/>
              <a:defRPr sz="2000" b="1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403671" y="1143000"/>
            <a:ext cx="4572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ko-KR" altLang="en-US" noProof="0"/>
              <a:t>그림을 추가하려면 아이콘을 클릭하십시오</a:t>
            </a:r>
            <a:endParaRPr lang="en-US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088443" y="3274308"/>
            <a:ext cx="2590800" cy="2516489"/>
          </a:xfrm>
        </p:spPr>
        <p:txBody>
          <a:bodyPr lIns="0" tIns="0" rIns="4572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6D0103-5A9F-48FB-917D-308A742FCF20}" type="datetimeFigureOut">
              <a:rPr lang="en-US" altLang="ko-KR"/>
              <a:pPr>
                <a:defRPr/>
              </a:pPr>
              <a:t>10/26/2024</a:t>
            </a:fld>
            <a:endParaRPr lang="en-US" altLang="ko-KR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6FC6B0-8FED-4CA7-8A00-7E8567A752B7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2279008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793685-C9C7-46A1-BE54-14BF41CEC4D6}" type="datetimeFigureOut">
              <a:rPr lang="en-US" altLang="ko-KR"/>
              <a:pPr>
                <a:defRPr/>
              </a:pPr>
              <a:t>10/26/2024</a:t>
            </a:fld>
            <a:endParaRPr lang="en-US" alt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59A1A9-6617-4B03-8D81-72B941360C69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8858202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781800" y="1143000"/>
            <a:ext cx="1905000" cy="54864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1143000"/>
            <a:ext cx="6248400" cy="54864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086E2D-11AA-4D7A-97B8-811672594385}" type="datetimeFigureOut">
              <a:rPr lang="en-US" altLang="ko-KR"/>
              <a:pPr>
                <a:defRPr/>
              </a:pPr>
              <a:t>10/26/2024</a:t>
            </a:fld>
            <a:endParaRPr lang="en-US" alt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7AF3D2F-599A-49E6-9281-C2BD50F5B853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9108436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직사각형 27"/>
          <p:cNvSpPr/>
          <p:nvPr/>
        </p:nvSpPr>
        <p:spPr>
          <a:xfrm>
            <a:off x="0" y="366713"/>
            <a:ext cx="9144000" cy="84137"/>
          </a:xfrm>
          <a:prstGeom prst="rect">
            <a:avLst/>
          </a:prstGeom>
          <a:solidFill>
            <a:schemeClr val="accent6">
              <a:lumMod val="60000"/>
              <a:lumOff val="40000"/>
              <a:alpha val="49804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defRPr/>
            </a:pPr>
            <a:endParaRPr kumimoji="0" lang="en-US" altLang="ko-KR" dirty="0">
              <a:solidFill>
                <a:srgbClr val="FFFFFF"/>
              </a:solidFill>
              <a:ea typeface="나눔바른고딕" panose="020B0603020101020101" pitchFamily="50" charset="-127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0" y="0"/>
            <a:ext cx="9144000" cy="31115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defRPr/>
            </a:pPr>
            <a:endParaRPr kumimoji="0" lang="en-US" altLang="ko-KR" dirty="0">
              <a:solidFill>
                <a:srgbClr val="FFFFFF"/>
              </a:solidFill>
              <a:ea typeface="나눔바른고딕" panose="020B0603020101020101" pitchFamily="50" charset="-127"/>
            </a:endParaRPr>
          </a:p>
        </p:txBody>
      </p:sp>
      <p:sp>
        <p:nvSpPr>
          <p:cNvPr id="30" name="직사각형 29"/>
          <p:cNvSpPr/>
          <p:nvPr/>
        </p:nvSpPr>
        <p:spPr>
          <a:xfrm>
            <a:off x="0" y="307975"/>
            <a:ext cx="9144000" cy="9207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defRPr/>
            </a:pPr>
            <a:endParaRPr kumimoji="0" lang="en-US" altLang="ko-KR" dirty="0">
              <a:solidFill>
                <a:srgbClr val="FFFFFF"/>
              </a:solidFill>
              <a:ea typeface="나눔바른고딕" panose="020B0603020101020101" pitchFamily="50" charset="-127"/>
            </a:endParaRPr>
          </a:p>
        </p:txBody>
      </p:sp>
      <p:sp>
        <p:nvSpPr>
          <p:cNvPr id="31" name="직사각형 30"/>
          <p:cNvSpPr/>
          <p:nvPr/>
        </p:nvSpPr>
        <p:spPr>
          <a:xfrm flipV="1">
            <a:off x="5410200" y="360363"/>
            <a:ext cx="3733800" cy="90487"/>
          </a:xfrm>
          <a:prstGeom prst="rect">
            <a:avLst/>
          </a:prstGeom>
          <a:solidFill>
            <a:schemeClr val="accent3">
              <a:lumMod val="20000"/>
              <a:lumOff val="80000"/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defRPr/>
            </a:pPr>
            <a:endParaRPr kumimoji="0" lang="en-US" altLang="ko-KR" dirty="0">
              <a:solidFill>
                <a:srgbClr val="FFFFFF"/>
              </a:solidFill>
              <a:ea typeface="나눔바른고딕" panose="020B0603020101020101" pitchFamily="50" charset="-127"/>
            </a:endParaRPr>
          </a:p>
        </p:txBody>
      </p:sp>
      <p:sp>
        <p:nvSpPr>
          <p:cNvPr id="32" name="직사각형 31"/>
          <p:cNvSpPr/>
          <p:nvPr/>
        </p:nvSpPr>
        <p:spPr>
          <a:xfrm flipV="1">
            <a:off x="5410200" y="439738"/>
            <a:ext cx="3733800" cy="180975"/>
          </a:xfrm>
          <a:prstGeom prst="rect">
            <a:avLst/>
          </a:prstGeom>
          <a:solidFill>
            <a:schemeClr val="accent3">
              <a:lumMod val="20000"/>
              <a:lumOff val="80000"/>
              <a:alpha val="49804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defRPr/>
            </a:pPr>
            <a:endParaRPr kumimoji="0" lang="en-US" altLang="ko-KR" dirty="0">
              <a:solidFill>
                <a:srgbClr val="FFFFFF"/>
              </a:solidFill>
              <a:ea typeface="나눔바른고딕" panose="020B0603020101020101" pitchFamily="50" charset="-127"/>
            </a:endParaRPr>
          </a:p>
        </p:txBody>
      </p:sp>
      <p:sp useBgFill="1">
        <p:nvSpPr>
          <p:cNvPr id="33" name="모서리가 둥근 직사각형 32"/>
          <p:cNvSpPr/>
          <p:nvPr/>
        </p:nvSpPr>
        <p:spPr bwMode="white">
          <a:xfrm>
            <a:off x="5407025" y="496888"/>
            <a:ext cx="3063875" cy="28575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defRPr/>
            </a:pPr>
            <a:endParaRPr kumimoji="0" lang="en-US" altLang="ko-KR" dirty="0">
              <a:solidFill>
                <a:srgbClr val="FFFFFF"/>
              </a:solidFill>
              <a:ea typeface="나눔바른고딕" panose="020B0603020101020101" pitchFamily="50" charset="-127"/>
            </a:endParaRPr>
          </a:p>
        </p:txBody>
      </p:sp>
      <p:sp useBgFill="1">
        <p:nvSpPr>
          <p:cNvPr id="34" name="모서리가 둥근 직사각형 33"/>
          <p:cNvSpPr/>
          <p:nvPr/>
        </p:nvSpPr>
        <p:spPr bwMode="white">
          <a:xfrm>
            <a:off x="7373938" y="588963"/>
            <a:ext cx="1600200" cy="3651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defRPr/>
            </a:pPr>
            <a:endParaRPr kumimoji="0" lang="en-US" altLang="ko-KR" dirty="0">
              <a:solidFill>
                <a:srgbClr val="FFFFFF"/>
              </a:solidFill>
              <a:ea typeface="나눔바른고딕" panose="020B0603020101020101" pitchFamily="50" charset="-127"/>
            </a:endParaRPr>
          </a:p>
        </p:txBody>
      </p:sp>
      <p:sp>
        <p:nvSpPr>
          <p:cNvPr id="35" name="직사각형 34"/>
          <p:cNvSpPr/>
          <p:nvPr/>
        </p:nvSpPr>
        <p:spPr bwMode="invGray">
          <a:xfrm>
            <a:off x="9085263" y="-1588"/>
            <a:ext cx="57150" cy="620713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defRPr/>
            </a:pPr>
            <a:endParaRPr kumimoji="0" lang="en-US" altLang="ko-KR" dirty="0">
              <a:solidFill>
                <a:srgbClr val="FFFFFF"/>
              </a:solidFill>
              <a:ea typeface="나눔바른고딕" panose="020B0603020101020101" pitchFamily="50" charset="-127"/>
            </a:endParaRPr>
          </a:p>
        </p:txBody>
      </p:sp>
      <p:sp>
        <p:nvSpPr>
          <p:cNvPr id="36" name="직사각형 35"/>
          <p:cNvSpPr/>
          <p:nvPr/>
        </p:nvSpPr>
        <p:spPr bwMode="invGray">
          <a:xfrm>
            <a:off x="9043988" y="-1588"/>
            <a:ext cx="28575" cy="620713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defRPr/>
            </a:pPr>
            <a:endParaRPr kumimoji="0" lang="en-US" altLang="ko-KR" dirty="0">
              <a:solidFill>
                <a:srgbClr val="FFFFFF"/>
              </a:solidFill>
              <a:ea typeface="나눔바른고딕" panose="020B0603020101020101" pitchFamily="50" charset="-127"/>
            </a:endParaRPr>
          </a:p>
        </p:txBody>
      </p:sp>
      <p:sp>
        <p:nvSpPr>
          <p:cNvPr id="37" name="직사각형 36"/>
          <p:cNvSpPr/>
          <p:nvPr/>
        </p:nvSpPr>
        <p:spPr bwMode="invGray">
          <a:xfrm>
            <a:off x="9024938" y="-1588"/>
            <a:ext cx="9525" cy="620713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defRPr/>
            </a:pPr>
            <a:endParaRPr kumimoji="0" lang="en-US" altLang="ko-KR" dirty="0">
              <a:solidFill>
                <a:srgbClr val="FFFFFF"/>
              </a:solidFill>
              <a:ea typeface="나눔바른고딕" panose="020B0603020101020101" pitchFamily="50" charset="-127"/>
            </a:endParaRPr>
          </a:p>
        </p:txBody>
      </p:sp>
      <p:sp>
        <p:nvSpPr>
          <p:cNvPr id="38" name="직사각형 37"/>
          <p:cNvSpPr/>
          <p:nvPr/>
        </p:nvSpPr>
        <p:spPr bwMode="invGray">
          <a:xfrm>
            <a:off x="8975725" y="-1588"/>
            <a:ext cx="26988" cy="620713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defRPr/>
            </a:pPr>
            <a:endParaRPr kumimoji="0" lang="en-US" altLang="ko-KR" dirty="0">
              <a:solidFill>
                <a:srgbClr val="FFFFFF"/>
              </a:solidFill>
              <a:ea typeface="나눔바른고딕" panose="020B0603020101020101" pitchFamily="50" charset="-127"/>
            </a:endParaRPr>
          </a:p>
        </p:txBody>
      </p:sp>
      <p:sp>
        <p:nvSpPr>
          <p:cNvPr id="39" name="직사각형 38"/>
          <p:cNvSpPr/>
          <p:nvPr/>
        </p:nvSpPr>
        <p:spPr bwMode="invGray">
          <a:xfrm>
            <a:off x="8915400" y="0"/>
            <a:ext cx="55563" cy="585788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defRPr/>
            </a:pPr>
            <a:endParaRPr kumimoji="0" lang="en-US" altLang="ko-KR" dirty="0">
              <a:solidFill>
                <a:srgbClr val="FFFFFF"/>
              </a:solidFill>
              <a:ea typeface="나눔바른고딕" panose="020B0603020101020101" pitchFamily="50" charset="-127"/>
            </a:endParaRPr>
          </a:p>
        </p:txBody>
      </p:sp>
      <p:sp>
        <p:nvSpPr>
          <p:cNvPr id="40" name="직사각형 39"/>
          <p:cNvSpPr/>
          <p:nvPr/>
        </p:nvSpPr>
        <p:spPr bwMode="invGray">
          <a:xfrm>
            <a:off x="8874125" y="0"/>
            <a:ext cx="7938" cy="585788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defRPr/>
            </a:pPr>
            <a:endParaRPr kumimoji="0" lang="en-US" altLang="ko-KR" dirty="0">
              <a:solidFill>
                <a:srgbClr val="FFFFFF"/>
              </a:solidFill>
              <a:ea typeface="나눔바른고딕" panose="020B0603020101020101" pitchFamily="50" charset="-127"/>
            </a:endParaRPr>
          </a:p>
        </p:txBody>
      </p:sp>
      <p:sp>
        <p:nvSpPr>
          <p:cNvPr id="1039" name="제목 개체 틀 21"/>
          <p:cNvSpPr>
            <a:spLocks noGrp="1"/>
          </p:cNvSpPr>
          <p:nvPr>
            <p:ph type="title"/>
          </p:nvPr>
        </p:nvSpPr>
        <p:spPr bwMode="auto">
          <a:xfrm>
            <a:off x="457200" y="1143000"/>
            <a:ext cx="82296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제목 스타일 편집</a:t>
            </a:r>
          </a:p>
        </p:txBody>
      </p:sp>
      <p:sp>
        <p:nvSpPr>
          <p:cNvPr id="1040" name="텍스트 개체 틀 12"/>
          <p:cNvSpPr>
            <a:spLocks noGrp="1"/>
          </p:cNvSpPr>
          <p:nvPr>
            <p:ph type="body" idx="1"/>
          </p:nvPr>
        </p:nvSpPr>
        <p:spPr bwMode="auto">
          <a:xfrm>
            <a:off x="457200" y="2249488"/>
            <a:ext cx="8229600" cy="432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14" name="날짜 개체 틀 13"/>
          <p:cNvSpPr>
            <a:spLocks noGrp="1"/>
          </p:cNvSpPr>
          <p:nvPr>
            <p:ph type="dt" sz="half" idx="2"/>
          </p:nvPr>
        </p:nvSpPr>
        <p:spPr>
          <a:xfrm>
            <a:off x="6586538" y="612775"/>
            <a:ext cx="957262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latinLnBrk="0">
              <a:defRPr kumimoji="0" sz="800">
                <a:solidFill>
                  <a:schemeClr val="accent2"/>
                </a:solidFill>
                <a:latin typeface="Georgia" pitchFamily="18" charset="0"/>
                <a:ea typeface="나눔바른고딕" panose="020B0603020101020101" pitchFamily="50" charset="-127"/>
              </a:defRPr>
            </a:lvl1pPr>
          </a:lstStyle>
          <a:p>
            <a:pPr>
              <a:defRPr/>
            </a:pPr>
            <a:fld id="{04372308-AE4D-4F5B-A5F4-8D5BDCABB86D}" type="datetimeFigureOut">
              <a:rPr lang="en-US" altLang="ko-KR" smtClean="0"/>
              <a:pPr>
                <a:defRPr/>
              </a:pPr>
              <a:t>10/26/2024</a:t>
            </a:fld>
            <a:endParaRPr lang="en-US" altLang="ko-KR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3"/>
          </p:nvPr>
        </p:nvSpPr>
        <p:spPr>
          <a:xfrm>
            <a:off x="5257800" y="612775"/>
            <a:ext cx="1325563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latinLnBrk="0">
              <a:defRPr kumimoji="0" sz="800">
                <a:solidFill>
                  <a:schemeClr val="accent2"/>
                </a:solidFill>
                <a:latin typeface="Georgia" pitchFamily="18" charset="0"/>
                <a:ea typeface="나눔바른고딕" panose="020B0603020101020101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23" name="슬라이드 번호 개체 틀 22"/>
          <p:cNvSpPr>
            <a:spLocks noGrp="1"/>
          </p:cNvSpPr>
          <p:nvPr>
            <p:ph type="sldNum" sz="quarter" idx="4"/>
          </p:nvPr>
        </p:nvSpPr>
        <p:spPr>
          <a:xfrm>
            <a:off x="8174038" y="1588"/>
            <a:ext cx="762000" cy="366712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latinLnBrk="0">
              <a:defRPr kumimoji="0">
                <a:solidFill>
                  <a:srgbClr val="FFFFFF"/>
                </a:solidFill>
                <a:latin typeface="Georgia" panose="02040502050405020303" pitchFamily="18" charset="0"/>
                <a:ea typeface="나눔바른고딕" panose="020B0603020101020101" pitchFamily="50" charset="-127"/>
              </a:defRPr>
            </a:lvl1pPr>
          </a:lstStyle>
          <a:p>
            <a:fld id="{80EA332E-FF14-428F-B02F-D0E6231A0C16}" type="slidenum">
              <a:rPr lang="en-US" altLang="ko-KR" smtClean="0"/>
              <a:pPr/>
              <a:t>‹#›</a:t>
            </a:fld>
            <a:endParaRPr lang="en-US" altLang="ko-KR" dirty="0">
              <a:solidFill>
                <a:schemeClr val="bg1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91" r:id="rId1"/>
    <p:sldLayoutId id="2147483992" r:id="rId2"/>
    <p:sldLayoutId id="2147483993" r:id="rId3"/>
    <p:sldLayoutId id="2147483994" r:id="rId4"/>
    <p:sldLayoutId id="2147483995" r:id="rId5"/>
    <p:sldLayoutId id="2147483996" r:id="rId6"/>
    <p:sldLayoutId id="2147483997" r:id="rId7"/>
    <p:sldLayoutId id="2147483998" r:id="rId8"/>
    <p:sldLayoutId id="2147483999" r:id="rId9"/>
    <p:sldLayoutId id="2147484000" r:id="rId10"/>
    <p:sldLayoutId id="2147484001" r:id="rId11"/>
  </p:sldLayoutIdLst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sz="4000" kern="1200">
          <a:solidFill>
            <a:schemeClr val="tx2"/>
          </a:solidFill>
          <a:latin typeface="+mj-lt"/>
          <a:ea typeface="나눔바른고딕" panose="020B0603020101020101" pitchFamily="50" charset="-127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</a:defRPr>
      </a:lvl5pPr>
      <a:lvl6pPr marL="457200" algn="l" rtl="0" fontAlgn="base" latinLnBrk="1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</a:defRPr>
      </a:lvl6pPr>
      <a:lvl7pPr marL="914400" algn="l" rtl="0" fontAlgn="base" latinLnBrk="1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</a:defRPr>
      </a:lvl9pPr>
    </p:titleStyle>
    <p:bodyStyle>
      <a:lvl1pPr marL="365125" indent="-255588" algn="l" rtl="0" eaLnBrk="0" fontAlgn="base" latinLnBrk="1" hangingPunct="0">
        <a:spcBef>
          <a:spcPts val="300"/>
        </a:spcBef>
        <a:spcAft>
          <a:spcPct val="0"/>
        </a:spcAft>
        <a:buClr>
          <a:srgbClr val="A04DA3"/>
        </a:buClr>
        <a:buFont typeface="Georgia" panose="02040502050405020303" pitchFamily="18" charset="0"/>
        <a:buChar char="•"/>
        <a:defRPr sz="2800" kern="1200">
          <a:solidFill>
            <a:schemeClr val="tx1"/>
          </a:solidFill>
          <a:latin typeface="+mn-lt"/>
          <a:ea typeface="나눔바른고딕" panose="020B0603020101020101" pitchFamily="50" charset="-127"/>
          <a:cs typeface="+mn-cs"/>
        </a:defRPr>
      </a:lvl1pPr>
      <a:lvl2pPr marL="657225" indent="-246063" algn="l" rtl="0" eaLnBrk="0" fontAlgn="base" latinLnBrk="1" hangingPunct="0">
        <a:spcBef>
          <a:spcPts val="300"/>
        </a:spcBef>
        <a:spcAft>
          <a:spcPct val="0"/>
        </a:spcAft>
        <a:buClr>
          <a:schemeClr val="accent2"/>
        </a:buClr>
        <a:buFont typeface="Georgia" panose="02040502050405020303" pitchFamily="18" charset="0"/>
        <a:buChar char="▫"/>
        <a:defRPr sz="2600" kern="1200">
          <a:solidFill>
            <a:schemeClr val="accent2"/>
          </a:solidFill>
          <a:latin typeface="+mn-lt"/>
          <a:ea typeface="나눔바른고딕" panose="020B0603020101020101" pitchFamily="50" charset="-127"/>
          <a:cs typeface="+mn-cs"/>
        </a:defRPr>
      </a:lvl2pPr>
      <a:lvl3pPr marL="922338" indent="-219075" algn="l" rtl="0" eaLnBrk="0" fontAlgn="base" latinLnBrk="1" hangingPunct="0">
        <a:spcBef>
          <a:spcPts val="300"/>
        </a:spcBef>
        <a:spcAft>
          <a:spcPct val="0"/>
        </a:spcAft>
        <a:buClr>
          <a:schemeClr val="accent1"/>
        </a:buClr>
        <a:buFont typeface="Wingdings 2" panose="05020102010507070707" pitchFamily="18" charset="2"/>
        <a:buChar char=""/>
        <a:defRPr sz="2400" kern="1200">
          <a:solidFill>
            <a:schemeClr val="accent1"/>
          </a:solidFill>
          <a:latin typeface="+mn-lt"/>
          <a:ea typeface="나눔바른고딕" panose="020B0603020101020101" pitchFamily="50" charset="-127"/>
          <a:cs typeface="+mn-cs"/>
        </a:defRPr>
      </a:lvl3pPr>
      <a:lvl4pPr marL="1179513" indent="-200025" algn="l" rtl="0" eaLnBrk="0" fontAlgn="base" latinLnBrk="1" hangingPunct="0">
        <a:spcBef>
          <a:spcPts val="300"/>
        </a:spcBef>
        <a:spcAft>
          <a:spcPct val="0"/>
        </a:spcAft>
        <a:buClr>
          <a:schemeClr val="accent1"/>
        </a:buClr>
        <a:buFont typeface="Wingdings 2" panose="05020102010507070707" pitchFamily="18" charset="2"/>
        <a:buChar char=""/>
        <a:defRPr sz="2200" kern="1200">
          <a:solidFill>
            <a:schemeClr val="accent1"/>
          </a:solidFill>
          <a:latin typeface="+mn-lt"/>
          <a:ea typeface="나눔바른고딕" panose="020B0603020101020101" pitchFamily="50" charset="-127"/>
          <a:cs typeface="+mn-cs"/>
        </a:defRPr>
      </a:lvl4pPr>
      <a:lvl5pPr marL="1389063" indent="-182563" algn="l" rtl="0" eaLnBrk="0" fontAlgn="base" latinLnBrk="1" hangingPunct="0">
        <a:spcBef>
          <a:spcPts val="300"/>
        </a:spcBef>
        <a:spcAft>
          <a:spcPct val="0"/>
        </a:spcAft>
        <a:buClr>
          <a:srgbClr val="A04DA3"/>
        </a:buClr>
        <a:buFont typeface="Georgia" panose="02040502050405020303" pitchFamily="18" charset="0"/>
        <a:buChar char="▫"/>
        <a:defRPr sz="2000" kern="1200">
          <a:solidFill>
            <a:srgbClr val="A04DA3"/>
          </a:solidFill>
          <a:latin typeface="+mn-lt"/>
          <a:ea typeface="나눔바른고딕" panose="020B0603020101020101" pitchFamily="50" charset="-127"/>
          <a:cs typeface="+mn-cs"/>
        </a:defRPr>
      </a:lvl5pPr>
      <a:lvl6pPr marL="1609344" indent="-182880" algn="l" rtl="0" eaLnBrk="1" latinLnBrk="1" hangingPunct="1">
        <a:spcBef>
          <a:spcPts val="300"/>
        </a:spcBef>
        <a:buClr>
          <a:schemeClr val="accent3"/>
        </a:buClr>
        <a:buFont typeface="Georgia"/>
        <a:buChar char="▫"/>
        <a:defRPr kumimoji="0" sz="18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1828800" indent="-182880" algn="l" rtl="0" eaLnBrk="1" latinLnBrk="1" hangingPunct="1">
        <a:spcBef>
          <a:spcPts val="300"/>
        </a:spcBef>
        <a:buClr>
          <a:schemeClr val="accent3"/>
        </a:buClr>
        <a:buFont typeface="Georgia"/>
        <a:buChar char="▫"/>
        <a:defRPr kumimoji="0" sz="1600" kern="1200">
          <a:solidFill>
            <a:schemeClr val="accent3"/>
          </a:solidFill>
          <a:latin typeface="+mn-lt"/>
          <a:ea typeface="+mn-ea"/>
          <a:cs typeface="+mn-cs"/>
        </a:defRPr>
      </a:lvl7pPr>
      <a:lvl8pPr marL="2029968" indent="-182880" algn="l" rtl="0" eaLnBrk="1" latinLnBrk="1" hangingPunct="1">
        <a:spcBef>
          <a:spcPts val="300"/>
        </a:spcBef>
        <a:buClr>
          <a:schemeClr val="accent3"/>
        </a:buClr>
        <a:buFont typeface="Georgia"/>
        <a:buChar char="◦"/>
        <a:defRPr kumimoji="0" sz="1500" kern="1200">
          <a:solidFill>
            <a:schemeClr val="accent3"/>
          </a:solidFill>
          <a:latin typeface="+mn-lt"/>
          <a:ea typeface="+mn-ea"/>
          <a:cs typeface="+mn-cs"/>
        </a:defRPr>
      </a:lvl8pPr>
      <a:lvl9pPr marL="2240280" indent="-182880" algn="l" rtl="0" eaLnBrk="1" latinLnBrk="1" hangingPunct="1">
        <a:spcBef>
          <a:spcPts val="300"/>
        </a:spcBef>
        <a:buClr>
          <a:schemeClr val="accent3"/>
        </a:buClr>
        <a:buFont typeface="Georgia"/>
        <a:buChar char="◦"/>
        <a:defRPr kumimoji="0" sz="1400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ko/%ED%82%A4%EB%B3%B4%EB%93%9C-%EC%9E%85%EB%A0%A5-%EC%9C%A0%ED%98%95-%EC%97%B4%EC%87%A0-%EC%9E%A5%EC%B9%98-%EB%A1%9C%EA%B7%B8%EC%9D%B8-%EA%B8%B0%ED%98%B8-%EC%95%84%EC%9D%B4%EC%BD%98-27797/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e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ko/%ED%82%A4%EB%B3%B4%EB%93%9C-%EC%9E%85%EB%A0%A5-%EC%9C%A0%ED%98%95-%EC%97%B4%EC%87%A0-%EC%9E%A5%EC%B9%98-%EB%A1%9C%EA%B7%B8%EC%9D%B8-%EA%B8%B0%ED%98%B8-%EC%95%84%EC%9D%B4%EC%BD%98-27797/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ko/%ED%82%A4%EB%B3%B4%EB%93%9C-%EC%9E%85%EB%A0%A5-%EC%9C%A0%ED%98%95-%EC%97%B4%EC%87%A0-%EC%9E%A5%EC%B9%98-%EB%A1%9C%EA%B7%B8%EC%9D%B8-%EA%B8%B0%ED%98%B8-%EC%95%84%EC%9D%B4%EC%BD%98-27797/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jpe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ko/%ED%82%A4%EB%B3%B4%EB%93%9C-%EC%9E%85%EB%A0%A5-%EC%9C%A0%ED%98%95-%EC%97%B4%EC%87%A0-%EC%9E%A5%EC%B9%98-%EB%A1%9C%EA%B7%B8%EC%9D%B8-%EA%B8%B0%ED%98%B8-%EC%95%84%EC%9D%B4%EC%BD%98-27797/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제목 1">
            <a:extLst>
              <a:ext uri="{FF2B5EF4-FFF2-40B4-BE49-F238E27FC236}">
                <a16:creationId xmlns:a16="http://schemas.microsoft.com/office/drawing/2014/main" id="{F2BDD9D6-677D-445E-8EC8-6355EE5CA472}"/>
              </a:ext>
            </a:extLst>
          </p:cNvPr>
          <p:cNvSpPr txBox="1">
            <a:spLocks/>
          </p:cNvSpPr>
          <p:nvPr/>
        </p:nvSpPr>
        <p:spPr bwMode="auto">
          <a:xfrm>
            <a:off x="773341" y="1455092"/>
            <a:ext cx="8075240" cy="642937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50000"/>
                  <a:shade val="30000"/>
                  <a:satMod val="115000"/>
                </a:schemeClr>
              </a:gs>
              <a:gs pos="50000">
                <a:schemeClr val="bg2">
                  <a:lumMod val="50000"/>
                  <a:shade val="67500"/>
                  <a:satMod val="115000"/>
                </a:schemeClr>
              </a:gs>
              <a:gs pos="100000">
                <a:schemeClr val="bg2">
                  <a:lumMod val="50000"/>
                  <a:shade val="100000"/>
                  <a:satMod val="115000"/>
                </a:schemeClr>
              </a:gs>
            </a:gsLst>
            <a:lin ang="0" scaled="1"/>
            <a:tileRect/>
          </a:gradFill>
          <a:ln>
            <a:noFill/>
            <a:miter lim="800000"/>
            <a:headEnd/>
            <a:tailEnd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2"/>
                </a:solidFill>
                <a:latin typeface="HY견고딕" pitchFamily="18" charset="-127"/>
                <a:ea typeface="HY견고딕" pitchFamily="18" charset="-127"/>
                <a:cs typeface="+mj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9pPr>
          </a:lstStyle>
          <a:p>
            <a:pPr eaLnBrk="1" hangingPunct="1">
              <a:defRPr/>
            </a:pPr>
            <a:r>
              <a:rPr kumimoji="0" lang="en-US" altLang="ko-KR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&lt;</a:t>
            </a:r>
            <a:r>
              <a:rPr kumimoji="0" lang="ko-KR" altLang="en-US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실습</a:t>
            </a:r>
            <a:r>
              <a:rPr kumimoji="0" lang="en-US" altLang="ko-KR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1&gt; Server </a:t>
            </a:r>
            <a:r>
              <a:rPr kumimoji="0" lang="ko-KR" altLang="en-US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가상머신 설치</a:t>
            </a:r>
          </a:p>
        </p:txBody>
      </p:sp>
      <p:pic>
        <p:nvPicPr>
          <p:cNvPr id="16" name="그림 15" descr="키보드, 컴퓨터이(가) 표시된 사진&#10;&#10;자동 생성된 설명">
            <a:extLst>
              <a:ext uri="{FF2B5EF4-FFF2-40B4-BE49-F238E27FC236}">
                <a16:creationId xmlns:a16="http://schemas.microsoft.com/office/drawing/2014/main" id="{096B25F3-1FD1-4AE0-A62D-4FC02FD4D05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0" y="1284514"/>
            <a:ext cx="756709" cy="742276"/>
          </a:xfrm>
          <a:prstGeom prst="rect">
            <a:avLst/>
          </a:prstGeom>
        </p:spPr>
      </p:pic>
      <p:sp>
        <p:nvSpPr>
          <p:cNvPr id="12" name="내용 개체 틀 2"/>
          <p:cNvSpPr txBox="1">
            <a:spLocks/>
          </p:cNvSpPr>
          <p:nvPr/>
        </p:nvSpPr>
        <p:spPr bwMode="auto">
          <a:xfrm>
            <a:off x="442937" y="2190167"/>
            <a:ext cx="8229600" cy="42166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65125" indent="-255588" algn="l" rtl="0" eaLnBrk="0" fontAlgn="base" latinLnBrk="1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•"/>
              <a:defRPr sz="24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657225" indent="-246063" algn="l" rtl="0" eaLnBrk="0" fontAlgn="base" latinLnBrk="1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Font typeface="Georgia" panose="02040502050405020303" pitchFamily="18" charset="0"/>
              <a:buChar char="▫"/>
              <a:defRPr sz="2400" kern="1200">
                <a:solidFill>
                  <a:schemeClr val="accent2"/>
                </a:solidFill>
                <a:latin typeface="+mn-ea"/>
                <a:ea typeface="+mn-ea"/>
                <a:cs typeface="+mn-cs"/>
              </a:defRPr>
            </a:lvl2pPr>
            <a:lvl3pPr marL="922338" indent="-219075" algn="l" rtl="0" eaLnBrk="0" fontAlgn="base" latinLnBrk="1" hangingPunct="0">
              <a:spcBef>
                <a:spcPts val="300"/>
              </a:spcBef>
              <a:spcAft>
                <a:spcPct val="0"/>
              </a:spcAft>
              <a:buClr>
                <a:schemeClr val="accent1"/>
              </a:buClr>
              <a:buFont typeface="Wingdings 2" panose="05020102010507070707" pitchFamily="18" charset="2"/>
              <a:buChar char=""/>
              <a:defRPr sz="2000" kern="1200">
                <a:solidFill>
                  <a:schemeClr val="accent1"/>
                </a:solidFill>
                <a:latin typeface="+mn-ea"/>
                <a:ea typeface="+mn-ea"/>
                <a:cs typeface="+mn-cs"/>
              </a:defRPr>
            </a:lvl3pPr>
            <a:lvl4pPr marL="1179513" indent="-200025" algn="l" rtl="0" eaLnBrk="0" fontAlgn="base" latinLnBrk="1" hangingPunct="0">
              <a:spcBef>
                <a:spcPts val="300"/>
              </a:spcBef>
              <a:spcAft>
                <a:spcPct val="0"/>
              </a:spcAft>
              <a:buClr>
                <a:schemeClr val="accent1"/>
              </a:buClr>
              <a:buFont typeface="Wingdings 2" panose="05020102010507070707" pitchFamily="18" charset="2"/>
              <a:buChar char=""/>
              <a:defRPr sz="2000" kern="1200">
                <a:solidFill>
                  <a:schemeClr val="accent1"/>
                </a:solidFill>
                <a:latin typeface="+mn-ea"/>
                <a:ea typeface="+mn-ea"/>
                <a:cs typeface="+mn-cs"/>
              </a:defRPr>
            </a:lvl4pPr>
            <a:lvl5pPr marL="1389063" indent="-182563" algn="l" rtl="0" eaLnBrk="0" fontAlgn="base" latinLnBrk="1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1800" kern="1200">
                <a:solidFill>
                  <a:srgbClr val="A04DA3"/>
                </a:solidFill>
                <a:latin typeface="+mn-ea"/>
                <a:ea typeface="+mn-ea"/>
                <a:cs typeface="+mn-cs"/>
              </a:defRPr>
            </a:lvl5pPr>
            <a:lvl6pPr marL="1609344" indent="-182880" algn="l" rtl="0" eaLnBrk="1" latinLnBrk="1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1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6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2029968" indent="-182880" algn="l" rtl="0" eaLnBrk="1" latinLnBrk="1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5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2240280" indent="-182880" algn="l" rtl="0" eaLnBrk="1" latinLnBrk="1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400" kern="1200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defRPr/>
            </a:pPr>
            <a:r>
              <a:rPr kumimoji="0" lang="ko-KR" altLang="en-US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실습목표</a:t>
            </a:r>
            <a:endParaRPr kumimoji="0" lang="en-US" altLang="ko-KR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lvl="1" eaLnBrk="1" hangingPunct="1">
              <a:defRPr/>
            </a:pPr>
            <a:r>
              <a:rPr kumimoji="0" lang="en-US" altLang="ko-KR" sz="20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Ubuntu Desktop 24.04 ISO </a:t>
            </a:r>
            <a:r>
              <a:rPr kumimoji="0" lang="ko-KR" altLang="en-US" sz="20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파일을 이용해서</a:t>
            </a:r>
            <a:r>
              <a:rPr kumimoji="0" lang="en-US" altLang="ko-KR" sz="20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Server</a:t>
            </a:r>
            <a:r>
              <a:rPr kumimoji="0" lang="ko-KR" altLang="en-US" sz="20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를 설치한다</a:t>
            </a:r>
            <a:r>
              <a:rPr kumimoji="0" lang="en-US" altLang="ko-KR" sz="20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  <a:p>
            <a:pPr lvl="1" eaLnBrk="1" hangingPunct="1">
              <a:defRPr/>
            </a:pPr>
            <a:r>
              <a:rPr kumimoji="0" lang="ko-KR" altLang="en-US" sz="20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설치 후</a:t>
            </a:r>
            <a:r>
              <a:rPr kumimoji="0" lang="en-US" altLang="ko-KR" sz="20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kumimoji="0" lang="ko-KR" altLang="en-US" sz="20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환경 설정 및 스냅숏까지 완료한다</a:t>
            </a:r>
            <a:r>
              <a:rPr kumimoji="0" lang="en-US" altLang="ko-KR" sz="20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  <a:p>
            <a:pPr eaLnBrk="1" hangingPunct="1">
              <a:defRPr/>
            </a:pPr>
            <a:r>
              <a:rPr lang="ko-KR" altLang="en-US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결과 화면 </a:t>
            </a:r>
            <a:r>
              <a:rPr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ko-KR" altLang="en-US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설치시작과 설치완료 화면</a:t>
            </a:r>
            <a:r>
              <a:rPr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  <a:endParaRPr lang="ko-KR" altLang="en-US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lvl="1" eaLnBrk="1" hangingPunct="1">
              <a:defRPr/>
            </a:pPr>
            <a:endParaRPr kumimoji="0" lang="en-US" altLang="ko-KR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lvl="2" eaLnBrk="1" hangingPunct="1">
              <a:defRPr/>
            </a:pPr>
            <a:endParaRPr kumimoji="0" lang="en-US" altLang="ko-KR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eaLnBrk="1" hangingPunct="1">
              <a:defRPr/>
            </a:pPr>
            <a:endParaRPr kumimoji="0" lang="ko-KR" altLang="en-US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5" name="오른쪽 화살표 14"/>
          <p:cNvSpPr/>
          <p:nvPr/>
        </p:nvSpPr>
        <p:spPr>
          <a:xfrm>
            <a:off x="4490028" y="4881648"/>
            <a:ext cx="500063" cy="50006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dirty="0">
              <a:ea typeface="나눔바른고딕" panose="020B0603020101020101" pitchFamily="50" charset="-127"/>
            </a:endParaRPr>
          </a:p>
        </p:txBody>
      </p:sp>
      <p:sp>
        <p:nvSpPr>
          <p:cNvPr id="17" name="제목 1"/>
          <p:cNvSpPr>
            <a:spLocks noGrp="1"/>
          </p:cNvSpPr>
          <p:nvPr>
            <p:ph type="title"/>
          </p:nvPr>
        </p:nvSpPr>
        <p:spPr>
          <a:xfrm>
            <a:off x="500063" y="625822"/>
            <a:ext cx="8229600" cy="642938"/>
          </a:xfrm>
        </p:spPr>
        <p:txBody>
          <a:bodyPr/>
          <a:lstStyle/>
          <a:p>
            <a:pPr eaLnBrk="1" hangingPunct="1"/>
            <a:r>
              <a:rPr lang="en-US" altLang="ko-KR" sz="2800" dirty="0"/>
              <a:t>3</a:t>
            </a:r>
            <a:r>
              <a:rPr lang="ko-KR" altLang="en-US" sz="2800" dirty="0"/>
              <a:t>대의 우분투 설치</a:t>
            </a:r>
            <a:endParaRPr lang="ko-KR" altLang="en-US" sz="2800" dirty="0">
              <a:solidFill>
                <a:srgbClr val="00B050"/>
              </a:solidFill>
            </a:endParaRPr>
          </a:p>
        </p:txBody>
      </p:sp>
      <p:sp>
        <p:nvSpPr>
          <p:cNvPr id="2" name="말풍선: 타원형 1">
            <a:extLst>
              <a:ext uri="{FF2B5EF4-FFF2-40B4-BE49-F238E27FC236}">
                <a16:creationId xmlns:a16="http://schemas.microsoft.com/office/drawing/2014/main" id="{19B31A04-7F66-CF54-6F06-1404EDA6B9DB}"/>
              </a:ext>
            </a:extLst>
          </p:cNvPr>
          <p:cNvSpPr/>
          <p:nvPr/>
        </p:nvSpPr>
        <p:spPr>
          <a:xfrm>
            <a:off x="3658833" y="558007"/>
            <a:ext cx="1152128" cy="410369"/>
          </a:xfrm>
          <a:prstGeom prst="wedgeEllipseCallout">
            <a:avLst>
              <a:gd name="adj1" fmla="val -66556"/>
              <a:gd name="adj2" fmla="val 47936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71</a:t>
            </a:r>
            <a:r>
              <a:rPr lang="ko-KR" altLang="en-US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  <p:sp>
        <p:nvSpPr>
          <p:cNvPr id="3" name="말풍선: 타원형 2">
            <a:extLst>
              <a:ext uri="{FF2B5EF4-FFF2-40B4-BE49-F238E27FC236}">
                <a16:creationId xmlns:a16="http://schemas.microsoft.com/office/drawing/2014/main" id="{6A800D78-337A-8A1F-D20A-D08C1A54B059}"/>
              </a:ext>
            </a:extLst>
          </p:cNvPr>
          <p:cNvSpPr/>
          <p:nvPr/>
        </p:nvSpPr>
        <p:spPr>
          <a:xfrm>
            <a:off x="5076056" y="1319094"/>
            <a:ext cx="1152128" cy="410369"/>
          </a:xfrm>
          <a:prstGeom prst="wedgeEllipseCallout">
            <a:avLst>
              <a:gd name="adj1" fmla="val -66556"/>
              <a:gd name="adj2" fmla="val 47936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72</a:t>
            </a:r>
            <a:r>
              <a:rPr lang="ko-KR" altLang="en-US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  <p:pic>
        <p:nvPicPr>
          <p:cNvPr id="6" name="그림 5" descr="텍스트, 스크린샷, 소프트웨어, 멀티미디어 소프트웨어이(가) 표시된 사진&#10;&#10;자동 생성된 설명">
            <a:extLst>
              <a:ext uri="{FF2B5EF4-FFF2-40B4-BE49-F238E27FC236}">
                <a16:creationId xmlns:a16="http://schemas.microsoft.com/office/drawing/2014/main" id="{4CBCBAC8-AD0E-5805-06C8-8CC2BCB4FE9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67" y="3932991"/>
            <a:ext cx="4067944" cy="1897315"/>
          </a:xfrm>
          <a:prstGeom prst="rect">
            <a:avLst/>
          </a:prstGeom>
        </p:spPr>
      </p:pic>
      <p:pic>
        <p:nvPicPr>
          <p:cNvPr id="8" name="그림 7" descr="텍스트, 스크린샷, 멀티미디어 소프트웨어, 그래픽 소프트웨어이(가) 표시된 사진&#10;&#10;자동 생성된 설명">
            <a:extLst>
              <a:ext uri="{FF2B5EF4-FFF2-40B4-BE49-F238E27FC236}">
                <a16:creationId xmlns:a16="http://schemas.microsoft.com/office/drawing/2014/main" id="{C303798E-B61C-C4B4-1632-3E824613223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2385" y="3932991"/>
            <a:ext cx="3658833" cy="2286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90772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E44403-2C52-4A14-B709-8886B4B62B1E}"/>
              </a:ext>
            </a:extLst>
          </p:cNvPr>
          <p:cNvSpPr txBox="1">
            <a:spLocks/>
          </p:cNvSpPr>
          <p:nvPr/>
        </p:nvSpPr>
        <p:spPr bwMode="auto">
          <a:xfrm>
            <a:off x="773341" y="735040"/>
            <a:ext cx="8075240" cy="642937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50000"/>
                  <a:shade val="30000"/>
                  <a:satMod val="115000"/>
                </a:schemeClr>
              </a:gs>
              <a:gs pos="50000">
                <a:schemeClr val="bg2">
                  <a:lumMod val="50000"/>
                  <a:shade val="67500"/>
                  <a:satMod val="115000"/>
                </a:schemeClr>
              </a:gs>
              <a:gs pos="100000">
                <a:schemeClr val="bg2">
                  <a:lumMod val="50000"/>
                  <a:shade val="100000"/>
                  <a:satMod val="115000"/>
                </a:schemeClr>
              </a:gs>
            </a:gsLst>
            <a:lin ang="0" scaled="1"/>
            <a:tileRect/>
          </a:gradFill>
          <a:ln>
            <a:noFill/>
            <a:miter lim="800000"/>
            <a:headEnd/>
            <a:tailEnd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2"/>
                </a:solidFill>
                <a:latin typeface="HY견고딕" pitchFamily="18" charset="-127"/>
                <a:ea typeface="HY견고딕" pitchFamily="18" charset="-127"/>
                <a:cs typeface="+mj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9pPr>
          </a:lstStyle>
          <a:p>
            <a:pPr eaLnBrk="1" hangingPunct="1">
              <a:defRPr/>
            </a:pPr>
            <a:r>
              <a:rPr kumimoji="0" lang="en-US" altLang="ko-KR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&lt;</a:t>
            </a:r>
            <a:r>
              <a:rPr kumimoji="0" lang="ko-KR" altLang="en-US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실습</a:t>
            </a:r>
            <a:r>
              <a:rPr kumimoji="0" lang="en-US" altLang="ko-KR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2&gt; Server(B) </a:t>
            </a:r>
            <a:r>
              <a:rPr kumimoji="0" lang="ko-KR" altLang="en-US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가상머신 설치</a:t>
            </a:r>
          </a:p>
        </p:txBody>
      </p:sp>
      <p:pic>
        <p:nvPicPr>
          <p:cNvPr id="3" name="그림 2" descr="키보드, 컴퓨터이(가) 표시된 사진&#10;&#10;자동 생성된 설명">
            <a:extLst>
              <a:ext uri="{FF2B5EF4-FFF2-40B4-BE49-F238E27FC236}">
                <a16:creationId xmlns:a16="http://schemas.microsoft.com/office/drawing/2014/main" id="{F628FD36-CBA9-4DA3-B807-C4CB7CEBEEE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0" y="564462"/>
            <a:ext cx="756709" cy="742276"/>
          </a:xfrm>
          <a:prstGeom prst="rect">
            <a:avLst/>
          </a:prstGeom>
        </p:spPr>
      </p:pic>
      <p:sp>
        <p:nvSpPr>
          <p:cNvPr id="12" name="내용 개체 틀 2"/>
          <p:cNvSpPr txBox="1">
            <a:spLocks/>
          </p:cNvSpPr>
          <p:nvPr/>
        </p:nvSpPr>
        <p:spPr bwMode="auto">
          <a:xfrm>
            <a:off x="457200" y="1632573"/>
            <a:ext cx="8229600" cy="26605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65125" indent="-255588" algn="l" rtl="0" eaLnBrk="0" fontAlgn="base" latinLnBrk="1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•"/>
              <a:defRPr sz="24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657225" indent="-246063" algn="l" rtl="0" eaLnBrk="0" fontAlgn="base" latinLnBrk="1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Font typeface="Georgia" panose="02040502050405020303" pitchFamily="18" charset="0"/>
              <a:buChar char="▫"/>
              <a:defRPr sz="2400" kern="1200">
                <a:solidFill>
                  <a:schemeClr val="accent2"/>
                </a:solidFill>
                <a:latin typeface="+mn-ea"/>
                <a:ea typeface="+mn-ea"/>
                <a:cs typeface="+mn-cs"/>
              </a:defRPr>
            </a:lvl2pPr>
            <a:lvl3pPr marL="922338" indent="-219075" algn="l" rtl="0" eaLnBrk="0" fontAlgn="base" latinLnBrk="1" hangingPunct="0">
              <a:spcBef>
                <a:spcPts val="300"/>
              </a:spcBef>
              <a:spcAft>
                <a:spcPct val="0"/>
              </a:spcAft>
              <a:buClr>
                <a:schemeClr val="accent1"/>
              </a:buClr>
              <a:buFont typeface="Wingdings 2" panose="05020102010507070707" pitchFamily="18" charset="2"/>
              <a:buChar char=""/>
              <a:defRPr sz="2000" kern="1200">
                <a:solidFill>
                  <a:schemeClr val="accent1"/>
                </a:solidFill>
                <a:latin typeface="+mn-ea"/>
                <a:ea typeface="+mn-ea"/>
                <a:cs typeface="+mn-cs"/>
              </a:defRPr>
            </a:lvl3pPr>
            <a:lvl4pPr marL="1179513" indent="-200025" algn="l" rtl="0" eaLnBrk="0" fontAlgn="base" latinLnBrk="1" hangingPunct="0">
              <a:spcBef>
                <a:spcPts val="300"/>
              </a:spcBef>
              <a:spcAft>
                <a:spcPct val="0"/>
              </a:spcAft>
              <a:buClr>
                <a:schemeClr val="accent1"/>
              </a:buClr>
              <a:buFont typeface="Wingdings 2" panose="05020102010507070707" pitchFamily="18" charset="2"/>
              <a:buChar char=""/>
              <a:defRPr sz="2000" kern="1200">
                <a:solidFill>
                  <a:schemeClr val="accent1"/>
                </a:solidFill>
                <a:latin typeface="+mn-ea"/>
                <a:ea typeface="+mn-ea"/>
                <a:cs typeface="+mn-cs"/>
              </a:defRPr>
            </a:lvl4pPr>
            <a:lvl5pPr marL="1389063" indent="-182563" algn="l" rtl="0" eaLnBrk="0" fontAlgn="base" latinLnBrk="1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1800" kern="1200">
                <a:solidFill>
                  <a:srgbClr val="A04DA3"/>
                </a:solidFill>
                <a:latin typeface="+mn-ea"/>
                <a:ea typeface="+mn-ea"/>
                <a:cs typeface="+mn-cs"/>
              </a:defRPr>
            </a:lvl5pPr>
            <a:lvl6pPr marL="1609344" indent="-182880" algn="l" rtl="0" eaLnBrk="1" latinLnBrk="1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1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6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2029968" indent="-182880" algn="l" rtl="0" eaLnBrk="1" latinLnBrk="1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5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2240280" indent="-182880" algn="l" rtl="0" eaLnBrk="1" latinLnBrk="1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400" kern="1200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defRPr/>
            </a:pPr>
            <a:r>
              <a:rPr kumimoji="0" lang="ko-KR" altLang="en-US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실습목표</a:t>
            </a:r>
            <a:endParaRPr kumimoji="0" lang="en-US" altLang="ko-KR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lvl="1" eaLnBrk="1" hangingPunct="1">
              <a:defRPr/>
            </a:pPr>
            <a:r>
              <a:rPr kumimoji="0" lang="en-US" altLang="ko-KR" sz="20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Ubuntu Server 24.04 ISO </a:t>
            </a:r>
            <a:r>
              <a:rPr kumimoji="0" lang="ko-KR" altLang="en-US" sz="20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파일을 사용해서</a:t>
            </a:r>
            <a:r>
              <a:rPr kumimoji="0" lang="en-US" altLang="ko-KR" sz="20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kumimoji="0" lang="ko-KR" altLang="en-US" sz="20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텍스트모드로 사용할 </a:t>
            </a:r>
            <a:r>
              <a:rPr kumimoji="0" lang="en-US" altLang="ko-KR" sz="20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Server(B)</a:t>
            </a:r>
            <a:r>
              <a:rPr kumimoji="0" lang="ko-KR" altLang="en-US" sz="20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를 설치한다</a:t>
            </a:r>
            <a:r>
              <a:rPr kumimoji="0" lang="en-US" altLang="ko-KR" sz="20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  <a:p>
            <a:pPr lvl="1" eaLnBrk="1" hangingPunct="1">
              <a:defRPr/>
            </a:pPr>
            <a:r>
              <a:rPr kumimoji="0" lang="ko-KR" altLang="en-US" sz="20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설치 후</a:t>
            </a:r>
            <a:r>
              <a:rPr kumimoji="0" lang="en-US" altLang="ko-KR" sz="20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kumimoji="0" lang="ko-KR" altLang="en-US" sz="20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환경 설정 및 스냅숏까지 완료한다</a:t>
            </a:r>
            <a:r>
              <a:rPr kumimoji="0" lang="en-US" altLang="ko-KR" sz="20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  <a:p>
            <a:pPr lvl="1" eaLnBrk="1" hangingPunct="1">
              <a:defRPr/>
            </a:pPr>
            <a:endParaRPr kumimoji="0" lang="en-US" altLang="ko-KR" sz="20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eaLnBrk="1" hangingPunct="1">
              <a:defRPr/>
            </a:pPr>
            <a:r>
              <a:rPr lang="ko-KR" altLang="en-US" sz="20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결과 화면 </a:t>
            </a:r>
            <a:r>
              <a:rPr lang="en-US" altLang="ko-KR" sz="20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ko-KR" altLang="en-US" sz="20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설치 시작과 설치 완료 화면</a:t>
            </a:r>
            <a:r>
              <a:rPr lang="en-US" altLang="ko-KR" sz="20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  <a:endParaRPr lang="ko-KR" altLang="en-US" sz="20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lvl="1" eaLnBrk="1" hangingPunct="1">
              <a:defRPr/>
            </a:pPr>
            <a:endParaRPr kumimoji="0" lang="en-US" altLang="ko-KR" sz="20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lvl="1" eaLnBrk="1" hangingPunct="1">
              <a:defRPr/>
            </a:pPr>
            <a:endParaRPr kumimoji="0" lang="en-US" altLang="ko-KR" sz="20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lvl="1" eaLnBrk="1" hangingPunct="1">
              <a:defRPr/>
            </a:pPr>
            <a:endParaRPr kumimoji="0" lang="ko-KR" altLang="en-US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1" name="오른쪽 화살표 14"/>
          <p:cNvSpPr/>
          <p:nvPr/>
        </p:nvSpPr>
        <p:spPr>
          <a:xfrm rot="2660131">
            <a:off x="4914504" y="4479494"/>
            <a:ext cx="500063" cy="50006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dirty="0">
              <a:ea typeface="나눔바른고딕" panose="020B0603020101020101" pitchFamily="50" charset="-127"/>
            </a:endParaRPr>
          </a:p>
        </p:txBody>
      </p:sp>
      <p:sp>
        <p:nvSpPr>
          <p:cNvPr id="4" name="말풍선: 타원형 3">
            <a:extLst>
              <a:ext uri="{FF2B5EF4-FFF2-40B4-BE49-F238E27FC236}">
                <a16:creationId xmlns:a16="http://schemas.microsoft.com/office/drawing/2014/main" id="{47519469-460D-7AE7-7CA5-AE00C0AC9AA8}"/>
              </a:ext>
            </a:extLst>
          </p:cNvPr>
          <p:cNvSpPr/>
          <p:nvPr/>
        </p:nvSpPr>
        <p:spPr>
          <a:xfrm>
            <a:off x="5486846" y="592713"/>
            <a:ext cx="1152128" cy="410369"/>
          </a:xfrm>
          <a:prstGeom prst="wedgeEllipseCallout">
            <a:avLst>
              <a:gd name="adj1" fmla="val -66556"/>
              <a:gd name="adj2" fmla="val 47936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108</a:t>
            </a:r>
            <a:r>
              <a:rPr lang="ko-KR" altLang="en-US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  <p:pic>
        <p:nvPicPr>
          <p:cNvPr id="6" name="그림 5" descr="텍스트, 스크린샷, 라인, 그래프이(가) 표시된 사진&#10;&#10;자동 생성된 설명">
            <a:extLst>
              <a:ext uri="{FF2B5EF4-FFF2-40B4-BE49-F238E27FC236}">
                <a16:creationId xmlns:a16="http://schemas.microsoft.com/office/drawing/2014/main" id="{CCCF7909-E028-E850-8DCD-6B0B9779EFF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736" y="3886805"/>
            <a:ext cx="4497821" cy="1261584"/>
          </a:xfrm>
          <a:prstGeom prst="rect">
            <a:avLst/>
          </a:prstGeom>
        </p:spPr>
      </p:pic>
      <p:pic>
        <p:nvPicPr>
          <p:cNvPr id="8" name="그림 7" descr="텍스트, 스크린샷, 폰트이(가) 표시된 사진&#10;&#10;자동 생성된 설명">
            <a:extLst>
              <a:ext uri="{FF2B5EF4-FFF2-40B4-BE49-F238E27FC236}">
                <a16:creationId xmlns:a16="http://schemas.microsoft.com/office/drawing/2014/main" id="{F3E3B805-7F18-820E-9C9C-6F6DAB5D99E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5936" y="5225427"/>
            <a:ext cx="4923254" cy="1261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87161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1A796C18-78A9-41B9-A7B0-E2CC4F03B183}"/>
              </a:ext>
            </a:extLst>
          </p:cNvPr>
          <p:cNvSpPr txBox="1">
            <a:spLocks/>
          </p:cNvSpPr>
          <p:nvPr/>
        </p:nvSpPr>
        <p:spPr bwMode="auto">
          <a:xfrm>
            <a:off x="773341" y="735040"/>
            <a:ext cx="8075240" cy="642937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50000"/>
                  <a:shade val="30000"/>
                  <a:satMod val="115000"/>
                </a:schemeClr>
              </a:gs>
              <a:gs pos="50000">
                <a:schemeClr val="bg2">
                  <a:lumMod val="50000"/>
                  <a:shade val="67500"/>
                  <a:satMod val="115000"/>
                </a:schemeClr>
              </a:gs>
              <a:gs pos="100000">
                <a:schemeClr val="bg2">
                  <a:lumMod val="50000"/>
                  <a:shade val="100000"/>
                  <a:satMod val="115000"/>
                </a:schemeClr>
              </a:gs>
            </a:gsLst>
            <a:lin ang="0" scaled="1"/>
            <a:tileRect/>
          </a:gradFill>
          <a:ln>
            <a:noFill/>
            <a:miter lim="800000"/>
            <a:headEnd/>
            <a:tailEnd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2"/>
                </a:solidFill>
                <a:latin typeface="HY견고딕" pitchFamily="18" charset="-127"/>
                <a:ea typeface="HY견고딕" pitchFamily="18" charset="-127"/>
                <a:cs typeface="+mj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9pPr>
          </a:lstStyle>
          <a:p>
            <a:pPr eaLnBrk="1" hangingPunct="1">
              <a:defRPr/>
            </a:pPr>
            <a:r>
              <a:rPr kumimoji="0" lang="en-US" altLang="ko-KR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&lt;</a:t>
            </a:r>
            <a:r>
              <a:rPr kumimoji="0" lang="ko-KR" altLang="en-US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실습</a:t>
            </a:r>
            <a:r>
              <a:rPr kumimoji="0" lang="en-US" altLang="ko-KR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3&gt; Client </a:t>
            </a:r>
            <a:r>
              <a:rPr kumimoji="0" lang="ko-KR" altLang="en-US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설치</a:t>
            </a:r>
          </a:p>
        </p:txBody>
      </p:sp>
      <p:pic>
        <p:nvPicPr>
          <p:cNvPr id="7" name="그림 6" descr="키보드, 컴퓨터이(가) 표시된 사진&#10;&#10;자동 생성된 설명">
            <a:extLst>
              <a:ext uri="{FF2B5EF4-FFF2-40B4-BE49-F238E27FC236}">
                <a16:creationId xmlns:a16="http://schemas.microsoft.com/office/drawing/2014/main" id="{DDB07C20-E59E-46FD-BF9A-F1C821B1D0B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0" y="564462"/>
            <a:ext cx="756709" cy="742276"/>
          </a:xfrm>
          <a:prstGeom prst="rect">
            <a:avLst/>
          </a:prstGeom>
        </p:spPr>
      </p:pic>
      <p:sp>
        <p:nvSpPr>
          <p:cNvPr id="9" name="내용 개체 틀 2"/>
          <p:cNvSpPr txBox="1">
            <a:spLocks/>
          </p:cNvSpPr>
          <p:nvPr/>
        </p:nvSpPr>
        <p:spPr bwMode="auto">
          <a:xfrm>
            <a:off x="457200" y="1626868"/>
            <a:ext cx="8229600" cy="18021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lnSpcReduction="10000"/>
          </a:bodyPr>
          <a:lstStyle>
            <a:lvl1pPr marL="365125" indent="-255588" algn="l" rtl="0" eaLnBrk="0" fontAlgn="base" latinLnBrk="1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•"/>
              <a:defRPr sz="24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657225" indent="-246063" algn="l" rtl="0" eaLnBrk="0" fontAlgn="base" latinLnBrk="1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Font typeface="Georgia" panose="02040502050405020303" pitchFamily="18" charset="0"/>
              <a:buChar char="▫"/>
              <a:defRPr sz="2400" kern="1200">
                <a:solidFill>
                  <a:schemeClr val="accent2"/>
                </a:solidFill>
                <a:latin typeface="+mn-ea"/>
                <a:ea typeface="+mn-ea"/>
                <a:cs typeface="+mn-cs"/>
              </a:defRPr>
            </a:lvl2pPr>
            <a:lvl3pPr marL="922338" indent="-219075" algn="l" rtl="0" eaLnBrk="0" fontAlgn="base" latinLnBrk="1" hangingPunct="0">
              <a:spcBef>
                <a:spcPts val="300"/>
              </a:spcBef>
              <a:spcAft>
                <a:spcPct val="0"/>
              </a:spcAft>
              <a:buClr>
                <a:schemeClr val="accent1"/>
              </a:buClr>
              <a:buFont typeface="Wingdings 2" panose="05020102010507070707" pitchFamily="18" charset="2"/>
              <a:buChar char=""/>
              <a:defRPr sz="2000" kern="1200">
                <a:solidFill>
                  <a:schemeClr val="accent1"/>
                </a:solidFill>
                <a:latin typeface="+mn-ea"/>
                <a:ea typeface="+mn-ea"/>
                <a:cs typeface="+mn-cs"/>
              </a:defRPr>
            </a:lvl3pPr>
            <a:lvl4pPr marL="1179513" indent="-200025" algn="l" rtl="0" eaLnBrk="0" fontAlgn="base" latinLnBrk="1" hangingPunct="0">
              <a:spcBef>
                <a:spcPts val="300"/>
              </a:spcBef>
              <a:spcAft>
                <a:spcPct val="0"/>
              </a:spcAft>
              <a:buClr>
                <a:schemeClr val="accent1"/>
              </a:buClr>
              <a:buFont typeface="Wingdings 2" panose="05020102010507070707" pitchFamily="18" charset="2"/>
              <a:buChar char=""/>
              <a:defRPr sz="2000" kern="1200">
                <a:solidFill>
                  <a:schemeClr val="accent1"/>
                </a:solidFill>
                <a:latin typeface="+mn-ea"/>
                <a:ea typeface="+mn-ea"/>
                <a:cs typeface="+mn-cs"/>
              </a:defRPr>
            </a:lvl4pPr>
            <a:lvl5pPr marL="1389063" indent="-182563" algn="l" rtl="0" eaLnBrk="0" fontAlgn="base" latinLnBrk="1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1800" kern="1200">
                <a:solidFill>
                  <a:srgbClr val="A04DA3"/>
                </a:solidFill>
                <a:latin typeface="+mn-ea"/>
                <a:ea typeface="+mn-ea"/>
                <a:cs typeface="+mn-cs"/>
              </a:defRPr>
            </a:lvl5pPr>
            <a:lvl6pPr marL="1609344" indent="-182880" algn="l" rtl="0" eaLnBrk="1" latinLnBrk="1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1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6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2029968" indent="-182880" algn="l" rtl="0" eaLnBrk="1" latinLnBrk="1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5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2240280" indent="-182880" algn="l" rtl="0" eaLnBrk="1" latinLnBrk="1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400" kern="1200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defRPr/>
            </a:pPr>
            <a:r>
              <a:rPr kumimoji="0" lang="ko-KR" altLang="en-US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실습목표</a:t>
            </a:r>
          </a:p>
          <a:p>
            <a:pPr lvl="1" eaLnBrk="1" hangingPunct="1">
              <a:defRPr/>
            </a:pPr>
            <a:r>
              <a:rPr kumimoji="0" lang="en-US" altLang="ko-KR" sz="20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Ubuntu Budgie 24.04 ISO</a:t>
            </a:r>
            <a:r>
              <a:rPr kumimoji="0" lang="ko-KR" altLang="en-US" sz="20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를 설치한다</a:t>
            </a:r>
            <a:r>
              <a:rPr kumimoji="0" lang="en-US" altLang="ko-KR" sz="20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  <a:p>
            <a:pPr lvl="1" eaLnBrk="1" hangingPunct="1">
              <a:defRPr/>
            </a:pPr>
            <a:r>
              <a:rPr kumimoji="0" lang="ko-KR" altLang="en-US" sz="20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설치 후</a:t>
            </a:r>
            <a:r>
              <a:rPr kumimoji="0" lang="en-US" altLang="ko-KR" sz="20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kumimoji="0" lang="ko-KR" altLang="en-US" sz="20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환경 설정 및 스냅숏까지 완료한다</a:t>
            </a:r>
            <a:r>
              <a:rPr kumimoji="0" lang="en-US" altLang="ko-KR" sz="20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  <a:p>
            <a:pPr lvl="1" eaLnBrk="1" hangingPunct="1">
              <a:defRPr/>
            </a:pPr>
            <a:endParaRPr kumimoji="0" lang="en-US" altLang="ko-KR" sz="20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eaLnBrk="1" hangingPunct="1">
              <a:defRPr/>
            </a:pPr>
            <a:r>
              <a:rPr lang="ko-KR" altLang="en-US" sz="20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결과 화면 </a:t>
            </a:r>
            <a:r>
              <a:rPr lang="en-US" altLang="ko-KR" sz="20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ko-KR" altLang="en-US" sz="20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설치시작과 설치완료 화면</a:t>
            </a:r>
            <a:r>
              <a:rPr lang="en-US" altLang="ko-KR" sz="20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  <a:endParaRPr lang="ko-KR" altLang="en-US" sz="20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lvl="1" eaLnBrk="1" hangingPunct="1">
              <a:defRPr/>
            </a:pPr>
            <a:endParaRPr kumimoji="0" lang="ko-KR" altLang="en-US" sz="20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lvl="1" eaLnBrk="1" hangingPunct="1">
              <a:defRPr/>
            </a:pPr>
            <a:endParaRPr kumimoji="0" lang="en-US" altLang="ko-KR" sz="20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lvl="1" eaLnBrk="1" hangingPunct="1">
              <a:defRPr/>
            </a:pPr>
            <a:endParaRPr kumimoji="0" lang="ko-KR" altLang="en-US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9" name="오른쪽 화살표 14"/>
          <p:cNvSpPr/>
          <p:nvPr/>
        </p:nvSpPr>
        <p:spPr>
          <a:xfrm>
            <a:off x="4310898" y="4581128"/>
            <a:ext cx="500063" cy="50006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dirty="0">
              <a:ea typeface="나눔바른고딕" panose="020B0603020101020101" pitchFamily="50" charset="-127"/>
            </a:endParaRPr>
          </a:p>
        </p:txBody>
      </p:sp>
      <p:sp>
        <p:nvSpPr>
          <p:cNvPr id="2" name="말풍선: 타원형 1">
            <a:extLst>
              <a:ext uri="{FF2B5EF4-FFF2-40B4-BE49-F238E27FC236}">
                <a16:creationId xmlns:a16="http://schemas.microsoft.com/office/drawing/2014/main" id="{5F639DDE-A405-5472-1E96-EE9DAE5AAE87}"/>
              </a:ext>
            </a:extLst>
          </p:cNvPr>
          <p:cNvSpPr/>
          <p:nvPr/>
        </p:nvSpPr>
        <p:spPr>
          <a:xfrm>
            <a:off x="3995936" y="645803"/>
            <a:ext cx="1152128" cy="410369"/>
          </a:xfrm>
          <a:prstGeom prst="wedgeEllipseCallout">
            <a:avLst>
              <a:gd name="adj1" fmla="val -66556"/>
              <a:gd name="adj2" fmla="val 47936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122</a:t>
            </a:r>
            <a:r>
              <a:rPr lang="ko-KR" altLang="en-US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  <p:pic>
        <p:nvPicPr>
          <p:cNvPr id="8" name="그림 7" descr="텍스트, 스크린샷, 소프트웨어이(가) 표시된 사진&#10;&#10;자동 생성된 설명">
            <a:extLst>
              <a:ext uri="{FF2B5EF4-FFF2-40B4-BE49-F238E27FC236}">
                <a16:creationId xmlns:a16="http://schemas.microsoft.com/office/drawing/2014/main" id="{A970DDFD-CEB9-B3FE-FA1D-80F919F598E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75" y="3677891"/>
            <a:ext cx="3995936" cy="2166868"/>
          </a:xfrm>
          <a:prstGeom prst="rect">
            <a:avLst/>
          </a:prstGeom>
        </p:spPr>
      </p:pic>
      <p:pic>
        <p:nvPicPr>
          <p:cNvPr id="11" name="그림 10" descr="텍스트, 스크린샷, 소프트웨어, 멀티미디어이(가) 표시된 사진&#10;&#10;자동 생성된 설명">
            <a:extLst>
              <a:ext uri="{FF2B5EF4-FFF2-40B4-BE49-F238E27FC236}">
                <a16:creationId xmlns:a16="http://schemas.microsoft.com/office/drawing/2014/main" id="{0D596400-7DF3-BC22-FAC5-DA52F5EABFD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0477" y="3688481"/>
            <a:ext cx="4090348" cy="2556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86607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95536" y="2492896"/>
            <a:ext cx="8280523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▶ </a:t>
            </a: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힌트 없음</a:t>
            </a:r>
            <a:endParaRPr lang="en-US" altLang="ko-KR" sz="24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1907642" y="908720"/>
            <a:ext cx="511229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ko-KR" alt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660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비타민 퀴즈 </a:t>
            </a:r>
            <a:r>
              <a:rPr lang="en-US" altLang="ko-KR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660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3-1 </a:t>
            </a:r>
          </a:p>
        </p:txBody>
      </p:sp>
      <p:sp>
        <p:nvSpPr>
          <p:cNvPr id="2" name="말풍선: 타원형 1">
            <a:extLst>
              <a:ext uri="{FF2B5EF4-FFF2-40B4-BE49-F238E27FC236}">
                <a16:creationId xmlns:a16="http://schemas.microsoft.com/office/drawing/2014/main" id="{DD99355A-455B-09ED-A109-CB08442211BA}"/>
              </a:ext>
            </a:extLst>
          </p:cNvPr>
          <p:cNvSpPr/>
          <p:nvPr/>
        </p:nvSpPr>
        <p:spPr>
          <a:xfrm>
            <a:off x="7193127" y="836712"/>
            <a:ext cx="1152128" cy="410369"/>
          </a:xfrm>
          <a:prstGeom prst="wedgeEllipseCallout">
            <a:avLst>
              <a:gd name="adj1" fmla="val -66556"/>
              <a:gd name="adj2" fmla="val 47936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139</a:t>
            </a:r>
            <a:r>
              <a:rPr lang="ko-KR" altLang="en-US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</p:spTree>
    <p:extLst>
      <p:ext uri="{BB962C8B-B14F-4D97-AF65-F5344CB8AC3E}">
        <p14:creationId xmlns:p14="http://schemas.microsoft.com/office/powerpoint/2010/main" val="18250985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내용 개체 틀 2"/>
          <p:cNvSpPr>
            <a:spLocks noGrp="1"/>
          </p:cNvSpPr>
          <p:nvPr>
            <p:ph idx="1"/>
          </p:nvPr>
        </p:nvSpPr>
        <p:spPr>
          <a:xfrm>
            <a:off x="457200" y="2312243"/>
            <a:ext cx="8229600" cy="4069085"/>
          </a:xfrm>
        </p:spPr>
        <p:txBody>
          <a:bodyPr/>
          <a:lstStyle/>
          <a:p>
            <a:pPr eaLnBrk="1" hangingPunct="1">
              <a:defRPr/>
            </a:pPr>
            <a:r>
              <a:rPr lang="ko-KR" altLang="en-US" dirty="0"/>
              <a:t>실습목표</a:t>
            </a:r>
            <a:endParaRPr lang="en-US" altLang="ko-KR" dirty="0"/>
          </a:p>
          <a:p>
            <a:pPr lvl="1" eaLnBrk="1" hangingPunct="1">
              <a:defRPr/>
            </a:pPr>
            <a:r>
              <a:rPr lang="en-US" altLang="ko-KR" sz="2000" dirty="0"/>
              <a:t> Windows 10 Enterprise 64bit </a:t>
            </a:r>
            <a:r>
              <a:rPr lang="ko-KR" altLang="en-US" sz="2000" dirty="0"/>
              <a:t>평가판을 설치하자</a:t>
            </a:r>
            <a:r>
              <a:rPr lang="en-US" altLang="ko-KR" sz="2000" dirty="0"/>
              <a:t>.</a:t>
            </a:r>
          </a:p>
          <a:p>
            <a:pPr lvl="1" eaLnBrk="1" hangingPunct="1">
              <a:defRPr/>
            </a:pPr>
            <a:endParaRPr lang="en-US" altLang="ko-KR" sz="2000" dirty="0"/>
          </a:p>
          <a:p>
            <a:pPr eaLnBrk="1" hangingPunct="1">
              <a:defRPr/>
            </a:pPr>
            <a:r>
              <a:rPr lang="ko-KR" altLang="en-US" dirty="0"/>
              <a:t>실습 화면</a:t>
            </a:r>
            <a:r>
              <a:rPr lang="en-US" altLang="ko-KR" dirty="0"/>
              <a:t>(Windows Client </a:t>
            </a:r>
            <a:r>
              <a:rPr lang="ko-KR" altLang="en-US" dirty="0"/>
              <a:t>설치 화면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13" name="제목 1"/>
          <p:cNvSpPr>
            <a:spLocks noGrp="1"/>
          </p:cNvSpPr>
          <p:nvPr>
            <p:ph type="title"/>
          </p:nvPr>
        </p:nvSpPr>
        <p:spPr>
          <a:xfrm>
            <a:off x="500063" y="625822"/>
            <a:ext cx="8229600" cy="642938"/>
          </a:xfrm>
        </p:spPr>
        <p:txBody>
          <a:bodyPr/>
          <a:lstStyle/>
          <a:p>
            <a:pPr eaLnBrk="1" hangingPunct="1"/>
            <a:r>
              <a:rPr lang="en-US" altLang="ko-KR" sz="2800" dirty="0"/>
              <a:t>WinClient </a:t>
            </a:r>
            <a:r>
              <a:rPr lang="ko-KR" altLang="en-US" sz="2800" dirty="0"/>
              <a:t>설치</a:t>
            </a:r>
            <a:endParaRPr lang="ko-KR" altLang="en-US" sz="2800" dirty="0">
              <a:solidFill>
                <a:srgbClr val="00B050"/>
              </a:solidFill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FB2253F4-51CF-4333-83F8-8C08676E1657}"/>
              </a:ext>
            </a:extLst>
          </p:cNvPr>
          <p:cNvSpPr txBox="1">
            <a:spLocks/>
          </p:cNvSpPr>
          <p:nvPr/>
        </p:nvSpPr>
        <p:spPr bwMode="auto">
          <a:xfrm>
            <a:off x="773341" y="1404895"/>
            <a:ext cx="8075240" cy="642937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50000"/>
                  <a:shade val="30000"/>
                  <a:satMod val="115000"/>
                </a:schemeClr>
              </a:gs>
              <a:gs pos="50000">
                <a:schemeClr val="bg2">
                  <a:lumMod val="50000"/>
                  <a:shade val="67500"/>
                  <a:satMod val="115000"/>
                </a:schemeClr>
              </a:gs>
              <a:gs pos="100000">
                <a:schemeClr val="bg2">
                  <a:lumMod val="50000"/>
                  <a:shade val="100000"/>
                  <a:satMod val="115000"/>
                </a:schemeClr>
              </a:gs>
            </a:gsLst>
            <a:lin ang="0" scaled="1"/>
            <a:tileRect/>
          </a:gradFill>
          <a:ln>
            <a:noFill/>
            <a:miter lim="800000"/>
            <a:headEnd/>
            <a:tailEnd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2"/>
                </a:solidFill>
                <a:latin typeface="HY견고딕" pitchFamily="18" charset="-127"/>
                <a:ea typeface="HY견고딕" pitchFamily="18" charset="-127"/>
                <a:cs typeface="+mj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9pPr>
          </a:lstStyle>
          <a:p>
            <a:pPr eaLnBrk="1" hangingPunct="1">
              <a:defRPr/>
            </a:pPr>
            <a:r>
              <a:rPr kumimoji="0" lang="en-US" altLang="ko-KR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&lt;</a:t>
            </a:r>
            <a:r>
              <a:rPr kumimoji="0" lang="ko-KR" altLang="en-US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실습</a:t>
            </a:r>
            <a:r>
              <a:rPr kumimoji="0" lang="en-US" altLang="ko-KR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4&gt; Windows </a:t>
            </a:r>
            <a:r>
              <a:rPr kumimoji="0" lang="ko-KR" altLang="en-US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클라이언트를 설치</a:t>
            </a:r>
          </a:p>
        </p:txBody>
      </p:sp>
      <p:pic>
        <p:nvPicPr>
          <p:cNvPr id="3" name="그림 2" descr="키보드, 컴퓨터이(가) 표시된 사진&#10;&#10;자동 생성된 설명">
            <a:extLst>
              <a:ext uri="{FF2B5EF4-FFF2-40B4-BE49-F238E27FC236}">
                <a16:creationId xmlns:a16="http://schemas.microsoft.com/office/drawing/2014/main" id="{1D908005-92B3-4AD9-BF33-9E17326A755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0" y="1234317"/>
            <a:ext cx="756709" cy="742276"/>
          </a:xfrm>
          <a:prstGeom prst="rect">
            <a:avLst/>
          </a:prstGeom>
        </p:spPr>
      </p:pic>
      <p:sp>
        <p:nvSpPr>
          <p:cNvPr id="4" name="말풍선: 타원형 3">
            <a:extLst>
              <a:ext uri="{FF2B5EF4-FFF2-40B4-BE49-F238E27FC236}">
                <a16:creationId xmlns:a16="http://schemas.microsoft.com/office/drawing/2014/main" id="{DDAD6BB4-4FE8-DD59-B931-6DE55A49B3D0}"/>
              </a:ext>
            </a:extLst>
          </p:cNvPr>
          <p:cNvSpPr/>
          <p:nvPr/>
        </p:nvSpPr>
        <p:spPr>
          <a:xfrm>
            <a:off x="3275856" y="614879"/>
            <a:ext cx="1152128" cy="410369"/>
          </a:xfrm>
          <a:prstGeom prst="wedgeEllipseCallout">
            <a:avLst>
              <a:gd name="adj1" fmla="val -66556"/>
              <a:gd name="adj2" fmla="val 47936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140</a:t>
            </a:r>
            <a:r>
              <a:rPr lang="ko-KR" altLang="en-US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  <p:pic>
        <p:nvPicPr>
          <p:cNvPr id="7" name="그림 6" descr="텍스트, 소프트웨어, 스크린샷, 컴퓨터 아이콘이(가) 표시된 사진&#10;&#10;자동 생성된 설명">
            <a:extLst>
              <a:ext uri="{FF2B5EF4-FFF2-40B4-BE49-F238E27FC236}">
                <a16:creationId xmlns:a16="http://schemas.microsoft.com/office/drawing/2014/main" id="{13DCDEED-2AB6-6DD5-0163-077DC1483CD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1397" y="4077072"/>
            <a:ext cx="6246931" cy="2383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769206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Urban">
  <a:themeElements>
    <a:clrScheme name="황록색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Urban">
      <a:majorFont>
        <a:latin typeface="Trebuchet MS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eorgia"/>
        <a:ea typeface=""/>
        <a:cs typeface=""/>
        <a:font script="Jpan" typeface="HG明朝B"/>
        <a:font script="Hang" typeface="맑은 고딕"/>
        <a:font script="Hans" typeface="宋体"/>
        <a:font script="Hant" typeface="新細明體"/>
        <a:font script="Arab" typeface="Arial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Urban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[우분투]00장.시작하기전에(Ver 1.0).pptx" id="{9CB7B681-7F69-4437-97DB-78D719B423D5}" vid="{18BC4063-0A75-45F0-B6F0-A104C17F8ABD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2373</TotalTime>
  <Words>156</Words>
  <Application>Microsoft Office PowerPoint</Application>
  <PresentationFormat>화면 슬라이드 쇼(4:3)</PresentationFormat>
  <Paragraphs>35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5" baseType="lpstr">
      <vt:lpstr>나눔고딕 ExtraBold</vt:lpstr>
      <vt:lpstr>나눔바른고딕</vt:lpstr>
      <vt:lpstr>Georgia</vt:lpstr>
      <vt:lpstr>나눔스퀘어 ExtraBold</vt:lpstr>
      <vt:lpstr>Trebuchet MS</vt:lpstr>
      <vt:lpstr>나눔스퀘어라운드 ExtraBold</vt:lpstr>
      <vt:lpstr>굴림</vt:lpstr>
      <vt:lpstr>Wingdings 2</vt:lpstr>
      <vt:lpstr>Urban</vt:lpstr>
      <vt:lpstr>PowerPoint 프레젠테이션</vt:lpstr>
      <vt:lpstr>3대의 우분투 설치</vt:lpstr>
      <vt:lpstr>PowerPoint 프레젠테이션</vt:lpstr>
      <vt:lpstr>PowerPoint 프레젠테이션</vt:lpstr>
      <vt:lpstr>PowerPoint 프레젠테이션</vt:lpstr>
      <vt:lpstr>WinClient 설치</vt:lpstr>
    </vt:vector>
  </TitlesOfParts>
  <Company>DTSOLUTION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이것이 리눅스다</dc:title>
  <dc:creator>한빛미디어</dc:creator>
  <cp:lastModifiedBy>재남 우</cp:lastModifiedBy>
  <cp:revision>119</cp:revision>
  <dcterms:created xsi:type="dcterms:W3CDTF">2007-02-12T03:01:34Z</dcterms:created>
  <dcterms:modified xsi:type="dcterms:W3CDTF">2024-10-26T02:40:38Z</dcterms:modified>
</cp:coreProperties>
</file>