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59" r:id="rId4"/>
    <p:sldId id="268" r:id="rId5"/>
    <p:sldId id="269" r:id="rId6"/>
    <p:sldId id="270" r:id="rId7"/>
    <p:sldId id="271" r:id="rId8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1"/>
    </p:embeddedFont>
    <p:embeddedFont>
      <p:font typeface="나눔바른고딕" panose="020B0603020101020101" pitchFamily="50" charset="-127"/>
      <p:regular r:id="rId12"/>
      <p:bold r:id="rId13"/>
    </p:embeddedFont>
    <p:embeddedFont>
      <p:font typeface="나눔스퀘어 ExtraBold" panose="020B0600000101010101" pitchFamily="50" charset="-127"/>
      <p:bold r:id="rId14"/>
    </p:embeddedFont>
    <p:embeddedFont>
      <p:font typeface="나눔스퀘어라운드 ExtraBold" panose="020B0600000101010101" pitchFamily="50" charset="-127"/>
      <p:bold r:id="rId15"/>
    </p:embeddedFon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Trebuchet MS" panose="020B0603020202020204" pitchFamily="34" charset="0"/>
      <p:regular r:id="rId20"/>
      <p:bold r:id="rId21"/>
      <p:italic r:id="rId22"/>
      <p:boldItalic r:id="rId23"/>
    </p:embeddedFont>
    <p:embeddedFont>
      <p:font typeface="Wingdings 2" panose="05020102010507070707" pitchFamily="18" charset="2"/>
      <p:regular r:id="rId24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1384995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PXE 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 서버와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자동 설치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30011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19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PXE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설치 서버와 자동 설치</a:t>
            </a:r>
          </a:p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b="1" dirty="0">
              <a:solidFill>
                <a:srgbClr val="FFFF0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/7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PXE </a:t>
            </a:r>
            <a:r>
              <a:rPr lang="ko-KR" altLang="en-US" sz="2800" dirty="0"/>
              <a:t>설치 서버의 개념과 구현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dirty="0"/>
              <a:t>PXE(</a:t>
            </a:r>
            <a:r>
              <a:rPr lang="en-US" altLang="ko-KR" dirty="0" err="1"/>
              <a:t>Preboot</a:t>
            </a:r>
            <a:r>
              <a:rPr lang="en-US" altLang="ko-KR" dirty="0"/>
              <a:t> Execution Environment) </a:t>
            </a:r>
            <a:r>
              <a:rPr lang="ko-KR" altLang="en-US" dirty="0"/>
              <a:t>아직 운영체제가 설치되지 않은 컴퓨터가 네트워크를 통해 </a:t>
            </a:r>
            <a:r>
              <a:rPr lang="en-US" altLang="ko-KR" dirty="0"/>
              <a:t>PXE </a:t>
            </a:r>
            <a:r>
              <a:rPr lang="ko-KR" altLang="en-US" dirty="0"/>
              <a:t>서버에 접속해서 부팅되도록 해 주는 인터페이스를 지칭하는 용어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PXE </a:t>
            </a:r>
            <a:r>
              <a:rPr lang="ko-KR" altLang="en-US" dirty="0"/>
              <a:t>설치 서버의 개념도</a:t>
            </a: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04E44CD7-1247-6950-D008-9C720B17D71D}"/>
              </a:ext>
            </a:extLst>
          </p:cNvPr>
          <p:cNvSpPr/>
          <p:nvPr/>
        </p:nvSpPr>
        <p:spPr>
          <a:xfrm>
            <a:off x="529208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799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260D52BF-54B6-12A3-6782-1537DAF51701}"/>
              </a:ext>
            </a:extLst>
          </p:cNvPr>
          <p:cNvSpPr/>
          <p:nvPr/>
        </p:nvSpPr>
        <p:spPr>
          <a:xfrm>
            <a:off x="4614863" y="2678107"/>
            <a:ext cx="4068453" cy="657230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PXE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설치를 위해서는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PXE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 서버와 컴퓨터가 모두 같은 네트워크 안에 있어야 한다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68DED8-6021-F49D-A716-5F6704DBC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3" y="3522663"/>
            <a:ext cx="8232770" cy="291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25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D1E64-AF02-4127-9EFE-15F97D8C1634}"/>
              </a:ext>
            </a:extLst>
          </p:cNvPr>
          <p:cNvSpPr txBox="1">
            <a:spLocks/>
          </p:cNvSpPr>
          <p:nvPr/>
        </p:nvSpPr>
        <p:spPr bwMode="auto">
          <a:xfrm>
            <a:off x="773341" y="69412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PXE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설치 서버 구현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937068C5-42A5-468A-8DB8-6914C6F266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23545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Server</a:t>
            </a:r>
            <a:r>
              <a:rPr lang="ko-KR" altLang="en-US" sz="2000" dirty="0"/>
              <a:t>에 </a:t>
            </a:r>
            <a:r>
              <a:rPr lang="en-US" altLang="ko-KR" sz="2000" dirty="0"/>
              <a:t>PXE </a:t>
            </a:r>
            <a:r>
              <a:rPr lang="ko-KR" altLang="en-US" sz="2000" dirty="0"/>
              <a:t>설치 서버를 구현해보자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(TFTP </a:t>
            </a:r>
            <a:r>
              <a:rPr lang="ko-KR" altLang="en-US" dirty="0"/>
              <a:t>접속 자동 다운로드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EACBB2FA-5BEE-CA63-4CEB-B6D12E03A90D}"/>
              </a:ext>
            </a:extLst>
          </p:cNvPr>
          <p:cNvSpPr/>
          <p:nvPr/>
        </p:nvSpPr>
        <p:spPr>
          <a:xfrm>
            <a:off x="5148064" y="55308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800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BAE3F417-15AC-B876-4E53-48B500B68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81" y="3140968"/>
            <a:ext cx="6895238" cy="2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1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597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26821D5-D46F-2971-161B-548D77274AC0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807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DCABB2-3BA1-A235-3407-093448ED48EC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19-1 </a:t>
            </a:r>
          </a:p>
        </p:txBody>
      </p:sp>
    </p:spTree>
    <p:extLst>
      <p:ext uri="{BB962C8B-B14F-4D97-AF65-F5344CB8AC3E}">
        <p14:creationId xmlns:p14="http://schemas.microsoft.com/office/powerpoint/2010/main" val="396511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 err="1"/>
              <a:t>Autoinstall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dirty="0"/>
              <a:t>Ubuntu Server 20.04 LTS</a:t>
            </a:r>
            <a:r>
              <a:rPr lang="ko-KR" altLang="en-US" dirty="0"/>
              <a:t>부터 </a:t>
            </a:r>
            <a:r>
              <a:rPr lang="en-US" altLang="ko-KR" dirty="0" err="1"/>
              <a:t>Autoinstall</a:t>
            </a:r>
            <a:r>
              <a:rPr lang="ko-KR" altLang="en-US" dirty="0"/>
              <a:t>이라고 하는 자동 설치 기능을 제공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사용자가 아무것도 입력하지 않아도 자동으로 완료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기존 </a:t>
            </a:r>
            <a:r>
              <a:rPr lang="en-US" altLang="ko-KR" dirty="0"/>
              <a:t>Ubuntu Server ISO </a:t>
            </a:r>
            <a:r>
              <a:rPr lang="ko-KR" altLang="en-US" dirty="0"/>
              <a:t>파일을 새로운 사용자 정의 </a:t>
            </a:r>
            <a:r>
              <a:rPr lang="en-US" altLang="ko-KR" dirty="0"/>
              <a:t>ISO </a:t>
            </a:r>
            <a:r>
              <a:rPr lang="ko-KR" altLang="en-US" dirty="0"/>
              <a:t>파일로 생성하는 방법을 사용</a:t>
            </a: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04E44CD7-1247-6950-D008-9C720B17D71D}"/>
              </a:ext>
            </a:extLst>
          </p:cNvPr>
          <p:cNvSpPr/>
          <p:nvPr/>
        </p:nvSpPr>
        <p:spPr>
          <a:xfrm>
            <a:off x="2699792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808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4C8DD8-FF2A-7D23-1837-33B860587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59" y="3456870"/>
            <a:ext cx="7168281" cy="298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6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D1E64-AF02-4127-9EFE-15F97D8C1634}"/>
              </a:ext>
            </a:extLst>
          </p:cNvPr>
          <p:cNvSpPr txBox="1">
            <a:spLocks/>
          </p:cNvSpPr>
          <p:nvPr/>
        </p:nvSpPr>
        <p:spPr bwMode="auto">
          <a:xfrm>
            <a:off x="773341" y="69412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</a:t>
            </a:r>
            <a:r>
              <a:rPr kumimoji="0" lang="en-US" altLang="ko-KR" sz="2400" dirty="0" err="1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Autoinstall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 활용한 새로운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ISO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생성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937068C5-42A5-468A-8DB8-6914C6F266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23545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Client </a:t>
            </a:r>
            <a:r>
              <a:rPr lang="ko-KR" altLang="en-US" sz="2000" dirty="0"/>
              <a:t>가상머신에 </a:t>
            </a:r>
            <a:r>
              <a:rPr lang="en-US" altLang="ko-KR" sz="2000" dirty="0" err="1"/>
              <a:t>Autoinstall</a:t>
            </a:r>
            <a:r>
              <a:rPr lang="ko-KR" altLang="en-US" sz="2000" dirty="0"/>
              <a:t>을 활용한 새로운 </a:t>
            </a:r>
            <a:r>
              <a:rPr lang="en-US" altLang="ko-KR" sz="2000" dirty="0"/>
              <a:t>ISO </a:t>
            </a:r>
            <a:r>
              <a:rPr lang="ko-KR" altLang="en-US" sz="2000" dirty="0"/>
              <a:t>파일을 만든다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새로운 </a:t>
            </a:r>
            <a:r>
              <a:rPr lang="en-US" altLang="ko-KR" sz="2000" dirty="0"/>
              <a:t>ISO </a:t>
            </a:r>
            <a:r>
              <a:rPr lang="ko-KR" altLang="en-US" sz="2000" dirty="0"/>
              <a:t>파일로 사용자 </a:t>
            </a:r>
            <a:r>
              <a:rPr lang="ko-KR" altLang="en-US" sz="2000" dirty="0" err="1"/>
              <a:t>간섭없이</a:t>
            </a:r>
            <a:r>
              <a:rPr lang="ko-KR" altLang="en-US" sz="2000" dirty="0"/>
              <a:t> 자동 설치되도록 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</a:t>
            </a:r>
            <a:r>
              <a:rPr lang="ko-KR" altLang="en-US" dirty="0"/>
              <a:t>새로운 </a:t>
            </a:r>
            <a:r>
              <a:rPr lang="en-US" altLang="ko-KR" dirty="0"/>
              <a:t>ISO </a:t>
            </a:r>
            <a:r>
              <a:rPr lang="ko-KR" altLang="en-US" dirty="0"/>
              <a:t>파일 생성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EACBB2FA-5BEE-CA63-4CEB-B6D12E03A90D}"/>
              </a:ext>
            </a:extLst>
          </p:cNvPr>
          <p:cNvSpPr/>
          <p:nvPr/>
        </p:nvSpPr>
        <p:spPr>
          <a:xfrm>
            <a:off x="7799289" y="528561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808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4342ABA1-3623-5F05-D160-5EA4CD60FE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284984"/>
            <a:ext cx="3915445" cy="314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4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296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: ISO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파일은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ubuntu-24.04-desktop-amd64.iso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파일을 다운로드하고 사용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: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grub.cfg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제목을 “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Autoinstall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Ubuntu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Dektop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”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변경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 : user-data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packages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ubuntu-desktop 1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개로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locale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ko_KR.UTF-8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layout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kr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설정한다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layout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같은 레벨로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variant: kr104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추가한다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packages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바로 위에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timezone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Asia/Seoul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추가한다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나머지는 그대로 사용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 :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xorriso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 옵션 중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ISO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파일명을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thisisUbuntu_desktop.iso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변경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테스트할 가상머신의 디스크는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40GB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설정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26821D5-D46F-2971-161B-548D77274AC0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818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DCABB2-3BA1-A235-3407-093448ED48EC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19-2 </a:t>
            </a:r>
          </a:p>
        </p:txBody>
      </p:sp>
    </p:spTree>
    <p:extLst>
      <p:ext uri="{BB962C8B-B14F-4D97-AF65-F5344CB8AC3E}">
        <p14:creationId xmlns:p14="http://schemas.microsoft.com/office/powerpoint/2010/main" val="26230945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2415</TotalTime>
  <Words>267</Words>
  <Application>Microsoft Office PowerPoint</Application>
  <PresentationFormat>화면 슬라이드 쇼(4:3)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나눔스퀘어라운드 ExtraBold</vt:lpstr>
      <vt:lpstr>Georgia</vt:lpstr>
      <vt:lpstr>Trebuchet MS</vt:lpstr>
      <vt:lpstr>나눔스퀘어 ExtraBold</vt:lpstr>
      <vt:lpstr>나눔고딕 ExtraBold</vt:lpstr>
      <vt:lpstr>굴림</vt:lpstr>
      <vt:lpstr>Wingdings 2</vt:lpstr>
      <vt:lpstr>나눔바른고딕</vt:lpstr>
      <vt:lpstr>Urban</vt:lpstr>
      <vt:lpstr>PowerPoint 프레젠테이션</vt:lpstr>
      <vt:lpstr>PXE 설치 서버의 개념과 구현</vt:lpstr>
      <vt:lpstr>PowerPoint 프레젠테이션</vt:lpstr>
      <vt:lpstr>PowerPoint 프레젠테이션</vt:lpstr>
      <vt:lpstr>Autoinstall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124</cp:revision>
  <dcterms:created xsi:type="dcterms:W3CDTF">2007-02-12T03:01:34Z</dcterms:created>
  <dcterms:modified xsi:type="dcterms:W3CDTF">2024-10-26T04:33:48Z</dcterms:modified>
</cp:coreProperties>
</file>