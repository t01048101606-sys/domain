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embeddedFontLst>
    <p:embeddedFont>
      <p:font typeface="Georgia" panose="02040502050405020303" pitchFamily="18" charset="0"/>
      <p:regular r:id="rId9"/>
      <p:bold r:id="rId10"/>
      <p:italic r:id="rId11"/>
      <p:boldItalic r:id="rId12"/>
    </p:embeddedFont>
    <p:embeddedFont>
      <p:font typeface="Trebuchet MS" panose="020B0603020202020204" pitchFamily="34" charset="0"/>
      <p:regular r:id="rId13"/>
      <p:bold r:id="rId14"/>
      <p:italic r:id="rId15"/>
      <p:boldItalic r:id="rId16"/>
    </p:embeddedFont>
    <p:embeddedFont>
      <p:font typeface="Wingdings 2" panose="05020102010507070707" pitchFamily="18" charset="2"/>
      <p:regular r:id="rId17"/>
    </p:embeddedFont>
    <p:embeddedFont>
      <p:font typeface="나눔고딕 ExtraBold" panose="020D0904000000000000" pitchFamily="50" charset="-127"/>
      <p:bold r:id="rId18"/>
    </p:embeddedFont>
    <p:embeddedFont>
      <p:font typeface="나눔바른고딕" panose="020B0603020101020101" pitchFamily="50" charset="-127"/>
      <p:regular r:id="rId19"/>
      <p:bold r:id="rId20"/>
    </p:embeddedFont>
    <p:embeddedFont>
      <p:font typeface="나눔스퀘어 ExtraBold" panose="020B0600000101010101" pitchFamily="50" charset="-127"/>
      <p:bold r:id="rId21"/>
    </p:embeddedFont>
    <p:embeddedFont>
      <p:font typeface="나눔스퀘어라운드 ExtraBold" panose="020B0600000101010101" pitchFamily="50" charset="-127"/>
      <p:bold r:id="rId22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6600"/>
    <a:srgbClr val="CC66FF"/>
    <a:srgbClr val="FF7C80"/>
    <a:srgbClr val="9966FF"/>
    <a:srgbClr val="FF00FF"/>
    <a:srgbClr val="FFCC66"/>
    <a:srgbClr val="CC99FF"/>
    <a:srgbClr val="FFCC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>
      <p:cViewPr varScale="1">
        <p:scale>
          <a:sx n="109" d="100"/>
          <a:sy n="109" d="100"/>
        </p:scale>
        <p:origin x="10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E24673C-6695-4338-BB03-1527ED3D4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F4E72-3AA4-4775-9E94-2B847969C9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311B-5D78-499E-BD82-99044A3A2310}" type="datetimeFigureOut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2024-11-20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78949C-1257-41BA-BE32-661D22C8D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2EEA3-F82A-453E-B4CB-5CF791CE8C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374B-5E44-4691-8385-F83CA52C76B9}" type="slidenum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‹#›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0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A9FE1E17-38D0-4764-A605-7BB07631345D}" type="datetimeFigureOut">
              <a:rPr lang="ko-KR" altLang="en-US" smtClean="0"/>
              <a:pPr>
                <a:defRPr/>
              </a:pPr>
              <a:t>2024-11-20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950B175-50B7-496C-B63E-4B4F03E0721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E5FF64-107C-C58A-6C47-B1DC6113D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6634" y="845736"/>
            <a:ext cx="4815919" cy="5166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B5C4FD-2B03-4A88-A582-AA7ACB717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3" y="6264745"/>
            <a:ext cx="1970191" cy="49723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B051D0-15E5-40BC-B4C6-AB45FF616079}"/>
              </a:ext>
            </a:extLst>
          </p:cNvPr>
          <p:cNvSpPr/>
          <p:nvPr userDrawn="1"/>
        </p:nvSpPr>
        <p:spPr>
          <a:xfrm>
            <a:off x="354120" y="1025303"/>
            <a:ext cx="3506222" cy="954107"/>
          </a:xfrm>
          <a:prstGeom prst="rect">
            <a:avLst/>
          </a:prstGeom>
          <a:solidFill>
            <a:srgbClr val="00B0F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14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</a:t>
            </a:r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NFS 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서버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52CC6D-270C-47EC-BC2A-75F4D0D165C2}"/>
              </a:ext>
            </a:extLst>
          </p:cNvPr>
          <p:cNvSpPr/>
          <p:nvPr userDrawn="1"/>
        </p:nvSpPr>
        <p:spPr>
          <a:xfrm>
            <a:off x="4536228" y="6264745"/>
            <a:ext cx="43082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2000" b="1" cap="none" spc="0" dirty="0">
                <a:ln/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</a:p>
        </p:txBody>
      </p:sp>
      <p:sp>
        <p:nvSpPr>
          <p:cNvPr id="9" name="별: 꼭짓점 12개 8">
            <a:extLst>
              <a:ext uri="{FF2B5EF4-FFF2-40B4-BE49-F238E27FC236}">
                <a16:creationId xmlns:a16="http://schemas.microsoft.com/office/drawing/2014/main" id="{0E5C3A4F-295B-BE34-4140-0C39B81E2F61}"/>
              </a:ext>
            </a:extLst>
          </p:cNvPr>
          <p:cNvSpPr/>
          <p:nvPr userDrawn="1"/>
        </p:nvSpPr>
        <p:spPr>
          <a:xfrm>
            <a:off x="7020272" y="593255"/>
            <a:ext cx="1224136" cy="864096"/>
          </a:xfrm>
          <a:prstGeom prst="star12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9C0829C-8AE1-5E32-FB03-DACDB463B5B6}"/>
              </a:ext>
            </a:extLst>
          </p:cNvPr>
          <p:cNvSpPr/>
          <p:nvPr userDrawn="1"/>
        </p:nvSpPr>
        <p:spPr>
          <a:xfrm>
            <a:off x="1088838" y="3645024"/>
            <a:ext cx="1970190" cy="165784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</a:t>
            </a:r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24.04</a:t>
            </a:r>
          </a:p>
          <a:p>
            <a:pPr algn="ctr"/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LTS</a:t>
            </a:r>
            <a:endParaRPr lang="ko-KR" altLang="en-US" sz="2400" dirty="0">
              <a:ln>
                <a:noFill/>
              </a:ln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2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28625" y="6581775"/>
            <a:ext cx="23567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이것이 우분투 리눅스다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85750" y="0"/>
            <a:ext cx="154721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14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장</a:t>
            </a: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NFS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서버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8285226" y="6550025"/>
            <a:ext cx="79380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9AC353A-281A-4504-9FE1-662E9EF17D8A}" type="slidenum"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‹#›</a:t>
            </a:fld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/5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508104" y="0"/>
            <a:ext cx="32145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642942"/>
          </a:xfrm>
        </p:spPr>
        <p:txBody>
          <a:bodyPr>
            <a:normAutofit/>
          </a:bodyPr>
          <a:lstStyle>
            <a:lvl1pPr>
              <a:defRPr sz="32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>
            <a:lvl1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1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444208" y="6548338"/>
            <a:ext cx="1711174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Ubuntu 24.04 LTS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A40A-1095-4482-A81C-DE8D97CF4FAF}" type="datetimeFigureOut">
              <a:rPr lang="en-US" altLang="ko-KR"/>
              <a:pPr>
                <a:defRPr/>
              </a:pPr>
              <a:t>11/20/2024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0668-C776-4DEF-90B9-7FD1E5FDC3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6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E67D-5DA1-4729-B991-E4DA6144546D}" type="datetimeFigureOut">
              <a:rPr lang="en-US" altLang="ko-KR"/>
              <a:pPr>
                <a:defRPr/>
              </a:pPr>
              <a:t>11/20/2024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94A34-7693-4DA8-87B2-5F89B27874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4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2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4FCB4-DCC3-4812-BAA4-E89A66CCAA25}" type="datetimeFigureOut">
              <a:rPr lang="en-US" altLang="ko-KR"/>
              <a:pPr>
                <a:defRPr/>
              </a:pPr>
              <a:t>11/20/2024</a:t>
            </a:fld>
            <a:endParaRPr lang="en-US" altLang="ko-KR"/>
          </a:p>
        </p:txBody>
      </p:sp>
      <p:sp>
        <p:nvSpPr>
          <p:cNvPr id="8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7B28E1-79AC-48A3-9558-454E42DE4E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3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01D40-AEA9-4F59-9273-3AE4BD34FFDA}" type="datetimeFigureOut">
              <a:rPr lang="en-US" altLang="ko-KR"/>
              <a:pPr>
                <a:defRPr/>
              </a:pPr>
              <a:t>11/20/2024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A269F-E158-42D9-816A-B30CB7545E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8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D789F-1FA5-4F5C-A900-FE73EF265E54}" type="datetimeFigureOut">
              <a:rPr lang="en-US" altLang="ko-KR"/>
              <a:pPr>
                <a:defRPr/>
              </a:pPr>
              <a:t>11/20/2024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75B4C-030A-4FCD-9864-787CE94FAE1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7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9F45-433C-435F-9729-7CA4AF07A0F6}" type="datetimeFigureOut">
              <a:rPr lang="en-US" altLang="ko-KR"/>
              <a:pPr>
                <a:defRPr/>
              </a:pPr>
              <a:t>11/20/2024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1BBA6-43EC-4C88-96A0-166A32778D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9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0103-5A9F-48FB-917D-308A742FCF20}" type="datetimeFigureOut">
              <a:rPr lang="en-US" altLang="ko-KR"/>
              <a:pPr>
                <a:defRPr/>
              </a:pPr>
              <a:t>11/20/2024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FC6B0-8FED-4CA7-8A00-7E8567A752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90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93685-C9C7-46A1-BE54-14BF41CEC4D6}" type="datetimeFigureOut">
              <a:rPr lang="en-US" altLang="ko-KR"/>
              <a:pPr>
                <a:defRPr/>
              </a:pPr>
              <a:t>11/20/2024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9A1A9-6617-4B03-8D81-72B941360C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8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6E2D-11AA-4D7A-97B8-811672594385}" type="datetimeFigureOut">
              <a:rPr lang="en-US" altLang="ko-KR"/>
              <a:pPr>
                <a:defRPr/>
              </a:pPr>
              <a:t>11/20/2024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F3D2F-599A-49E6-9281-C2BD50F5B8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84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6">
              <a:lumMod val="60000"/>
              <a:lumOff val="4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3">
              <a:lumMod val="20000"/>
              <a:lumOff val="8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1039" name="제목 개체 틀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40" name="텍스트 개체 틀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04372308-AE4D-4F5B-A5F4-8D5BDCABB86D}" type="datetimeFigureOut">
              <a:rPr lang="en-US" altLang="ko-KR" smtClean="0"/>
              <a:pPr>
                <a:defRPr/>
              </a:pPr>
              <a:t>11/20/2024</a:t>
            </a:fld>
            <a:endParaRPr lang="en-US" altLang="ko-KR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>
                <a:solidFill>
                  <a:srgbClr val="FFFFFF"/>
                </a:solidFill>
                <a:latin typeface="Georgia" panose="02040502050405020303" pitchFamily="18" charset="0"/>
                <a:ea typeface="나눔바른고딕" panose="020B0603020101020101" pitchFamily="50" charset="-127"/>
              </a:defRPr>
            </a:lvl1pPr>
          </a:lstStyle>
          <a:p>
            <a:fld id="{80EA332E-FF14-428F-B02F-D0E6231A0C16}" type="slidenum">
              <a:rPr lang="en-US" altLang="ko-KR" smtClean="0"/>
              <a:pPr/>
              <a:t>‹#›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나눔바른고딕" panose="020B0603020101020101" pitchFamily="50" charset="-127"/>
          <a:cs typeface="+mn-cs"/>
        </a:defRPr>
      </a:lvl1pPr>
      <a:lvl2pPr marL="657225" indent="-246063" algn="l" rtl="0" eaLnBrk="0" fontAlgn="base" latinLnBrk="1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나눔바른고딕" panose="020B0603020101020101" pitchFamily="50" charset="-127"/>
          <a:cs typeface="+mn-cs"/>
        </a:defRPr>
      </a:lvl2pPr>
      <a:lvl3pPr marL="922338" indent="-21907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3pPr>
      <a:lvl4pPr marL="1179513" indent="-20002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4pPr>
      <a:lvl5pPr marL="1389063" indent="-182563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나눔바른고딕" panose="020B0603020101020101" pitchFamily="50" charset="-127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NFS </a:t>
            </a:r>
            <a:r>
              <a:rPr lang="ko-KR" altLang="en-US" sz="2800" dirty="0"/>
              <a:t>서버 구현</a:t>
            </a:r>
            <a:r>
              <a:rPr lang="en-US" altLang="ko-KR" sz="2800" dirty="0"/>
              <a:t> 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Linux(Unix) </a:t>
            </a:r>
            <a:r>
              <a:rPr lang="ko-KR" altLang="en-US" dirty="0"/>
              <a:t>컴퓨터끼리</a:t>
            </a:r>
            <a:r>
              <a:rPr lang="en-US" altLang="ko-KR" dirty="0"/>
              <a:t> </a:t>
            </a:r>
            <a:r>
              <a:rPr lang="ko-KR" altLang="en-US" dirty="0"/>
              <a:t>저장 공간을 공유할 수 있도록 해 주는 시스템이 </a:t>
            </a:r>
            <a:r>
              <a:rPr lang="en-US" altLang="ko-KR" dirty="0"/>
              <a:t>NFS(Network File System)</a:t>
            </a:r>
          </a:p>
          <a:p>
            <a:pPr eaLnBrk="1" hangingPunct="1">
              <a:defRPr/>
            </a:pPr>
            <a:r>
              <a:rPr lang="en-US" altLang="ko-KR" dirty="0"/>
              <a:t>NFS </a:t>
            </a:r>
            <a:r>
              <a:rPr lang="ko-KR" altLang="en-US" dirty="0"/>
              <a:t>서버 구현의 개요도</a:t>
            </a: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ko-KR" altLang="en-US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8774CE6E-185F-75B3-AE78-6486F2A920DD}"/>
              </a:ext>
            </a:extLst>
          </p:cNvPr>
          <p:cNvSpPr/>
          <p:nvPr/>
        </p:nvSpPr>
        <p:spPr>
          <a:xfrm>
            <a:off x="2915816" y="605000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715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3175C58-D2A2-5C2C-F626-DA3A4FF7B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43" y="2968654"/>
            <a:ext cx="8532440" cy="328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258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C4BB99-1451-4FF7-881A-6110B3E59C8D}"/>
              </a:ext>
            </a:extLst>
          </p:cNvPr>
          <p:cNvSpPr txBox="1">
            <a:spLocks/>
          </p:cNvSpPr>
          <p:nvPr/>
        </p:nvSpPr>
        <p:spPr bwMode="auto">
          <a:xfrm>
            <a:off x="773341" y="651859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1&gt; NFS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서버 구축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8CCBF190-2EB8-41C9-B441-8936C5709B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81281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Server</a:t>
            </a:r>
            <a:r>
              <a:rPr lang="ko-KR" altLang="en-US" sz="2000" dirty="0"/>
              <a:t>를 </a:t>
            </a:r>
            <a:r>
              <a:rPr lang="en-US" altLang="ko-KR" sz="2000" dirty="0"/>
              <a:t>NFS </a:t>
            </a:r>
            <a:r>
              <a:rPr lang="ko-KR" altLang="en-US" sz="2000" dirty="0"/>
              <a:t>서버로 구축하고</a:t>
            </a:r>
            <a:r>
              <a:rPr lang="en-US" altLang="ko-KR" sz="2000" dirty="0"/>
              <a:t>, Client</a:t>
            </a:r>
            <a:r>
              <a:rPr lang="ko-KR" altLang="en-US" sz="2000" dirty="0"/>
              <a:t>를 </a:t>
            </a:r>
            <a:r>
              <a:rPr lang="en-US" altLang="ko-KR" sz="2000" dirty="0"/>
              <a:t>NFS </a:t>
            </a:r>
            <a:r>
              <a:rPr lang="ko-KR" altLang="en-US" sz="2000" dirty="0"/>
              <a:t>클라이언트로 구축하자</a:t>
            </a:r>
            <a:r>
              <a:rPr lang="en-US" altLang="ko-KR" dirty="0"/>
              <a:t>.</a:t>
            </a:r>
          </a:p>
          <a:p>
            <a:pPr lvl="1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(NFS </a:t>
            </a:r>
            <a:r>
              <a:rPr lang="ko-KR" altLang="en-US" dirty="0"/>
              <a:t>접속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02BDB255-EF63-E661-A719-7C20656BB214}"/>
              </a:ext>
            </a:extLst>
          </p:cNvPr>
          <p:cNvSpPr/>
          <p:nvPr/>
        </p:nvSpPr>
        <p:spPr>
          <a:xfrm>
            <a:off x="4355976" y="512098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716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03245856-EA7B-5374-0D31-0343641399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3068960"/>
            <a:ext cx="6546262" cy="338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373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/etc/exports </a:t>
            </a:r>
            <a:r>
              <a:rPr lang="ko-KR" altLang="en-US" sz="2800" dirty="0"/>
              <a:t>파일</a:t>
            </a:r>
            <a:r>
              <a:rPr lang="en-US" altLang="ko-KR" sz="2800" dirty="0"/>
              <a:t> </a:t>
            </a:r>
            <a:endParaRPr lang="ko-KR" altLang="en-US" sz="2800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6434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endParaRPr lang="en-US" altLang="ko-KR" dirty="0"/>
          </a:p>
          <a:p>
            <a:pPr>
              <a:defRPr/>
            </a:pPr>
            <a:r>
              <a:rPr lang="en-US" altLang="ko-KR" dirty="0"/>
              <a:t>/etc/exports </a:t>
            </a:r>
            <a:r>
              <a:rPr lang="ko-KR" altLang="en-US" dirty="0"/>
              <a:t>파일의 형식</a:t>
            </a:r>
            <a:endParaRPr lang="en-US" altLang="ko-KR" dirty="0"/>
          </a:p>
          <a:p>
            <a:pPr marL="109537" indent="0">
              <a:buNone/>
              <a:defRPr/>
            </a:pPr>
            <a:r>
              <a:rPr lang="en-US" altLang="ko-KR" dirty="0"/>
              <a:t>'</a:t>
            </a:r>
            <a:r>
              <a:rPr lang="ko-KR" altLang="en-US" dirty="0" err="1"/>
              <a:t>공유할디렉터리</a:t>
            </a:r>
            <a:r>
              <a:rPr lang="ko-KR" altLang="en-US" dirty="0"/>
              <a:t>   접근할</a:t>
            </a:r>
            <a:r>
              <a:rPr lang="en-US" altLang="ko-KR" dirty="0"/>
              <a:t>_</a:t>
            </a:r>
            <a:r>
              <a:rPr lang="ko-KR" altLang="en-US" dirty="0"/>
              <a:t>호스트</a:t>
            </a:r>
            <a:r>
              <a:rPr lang="en-US" altLang="ko-KR" dirty="0"/>
              <a:t>IP</a:t>
            </a:r>
            <a:r>
              <a:rPr lang="ko-KR" altLang="en-US" dirty="0" err="1"/>
              <a:t>주소또는이름</a:t>
            </a:r>
            <a:r>
              <a:rPr lang="en-US" altLang="ko-KR" dirty="0"/>
              <a:t>(</a:t>
            </a:r>
            <a:r>
              <a:rPr lang="ko-KR" altLang="en-US" dirty="0"/>
              <a:t>접근권한옵션</a:t>
            </a:r>
            <a:r>
              <a:rPr lang="en-US" altLang="ko-KR" dirty="0"/>
              <a:t>)'</a:t>
            </a:r>
          </a:p>
          <a:p>
            <a:pPr marL="109537" indent="0">
              <a:buNone/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사용 예</a:t>
            </a:r>
            <a:endParaRPr lang="en-US" altLang="ko-KR" dirty="0"/>
          </a:p>
          <a:p>
            <a:pPr marL="401637" lvl="1" indent="0">
              <a:buNone/>
              <a:defRPr/>
            </a:pP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1) ‘/share’</a:t>
            </a:r>
            <a:r>
              <a:rPr lang="ko-KR" altLang="en-US" dirty="0"/>
              <a:t>라는 디렉터리를 </a:t>
            </a:r>
            <a:r>
              <a:rPr lang="en-US" altLang="ko-KR" dirty="0"/>
              <a:t>192.168.111.128 </a:t>
            </a:r>
            <a:r>
              <a:rPr lang="ko-KR" altLang="en-US" dirty="0"/>
              <a:t>컴퓨터에 읽기 전용으로 공유하라</a:t>
            </a:r>
            <a:r>
              <a:rPr lang="en-US" altLang="ko-KR" dirty="0"/>
              <a:t>.</a:t>
            </a:r>
          </a:p>
          <a:p>
            <a:pPr marL="401637" lvl="1" indent="0">
              <a:buNone/>
              <a:defRPr/>
            </a:pPr>
            <a:r>
              <a:rPr lang="en-US" altLang="ko-KR" dirty="0">
                <a:solidFill>
                  <a:srgbClr val="0070C0"/>
                </a:solidFill>
              </a:rPr>
              <a:t>   /share   192.168.111.128(</a:t>
            </a:r>
            <a:r>
              <a:rPr lang="en-US" altLang="ko-KR" dirty="0" err="1">
                <a:solidFill>
                  <a:srgbClr val="0070C0"/>
                </a:solidFill>
              </a:rPr>
              <a:t>ro</a:t>
            </a:r>
            <a:r>
              <a:rPr lang="en-US" altLang="ko-KR" dirty="0">
                <a:solidFill>
                  <a:srgbClr val="0070C0"/>
                </a:solidFill>
              </a:rPr>
              <a:t>)</a:t>
            </a:r>
          </a:p>
          <a:p>
            <a:pPr marL="401637" lvl="1" indent="0">
              <a:buNone/>
              <a:defRPr/>
            </a:pP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2) ‘/share’</a:t>
            </a:r>
            <a:r>
              <a:rPr lang="ko-KR" altLang="en-US" dirty="0"/>
              <a:t>라는 디렉터리를 </a:t>
            </a:r>
            <a:r>
              <a:rPr lang="en-US" altLang="ko-KR" dirty="0"/>
              <a:t>this.com </a:t>
            </a:r>
            <a:r>
              <a:rPr lang="ko-KR" altLang="en-US" dirty="0"/>
              <a:t>도메인 아래의 모든 호스트에서 읽기가 가능하도록 공유하라</a:t>
            </a:r>
            <a:r>
              <a:rPr lang="en-US" altLang="ko-KR" dirty="0"/>
              <a:t>.</a:t>
            </a:r>
          </a:p>
          <a:p>
            <a:pPr marL="401637" lvl="1" indent="0">
              <a:buNone/>
              <a:defRPr/>
            </a:pPr>
            <a:r>
              <a:rPr lang="en-US" altLang="ko-KR" dirty="0">
                <a:solidFill>
                  <a:srgbClr val="0070C0"/>
                </a:solidFill>
              </a:rPr>
              <a:t>   /share   *.this.com(</a:t>
            </a:r>
            <a:r>
              <a:rPr lang="en-US" altLang="ko-KR" dirty="0" err="1">
                <a:solidFill>
                  <a:srgbClr val="0070C0"/>
                </a:solidFill>
              </a:rPr>
              <a:t>rw</a:t>
            </a:r>
            <a:r>
              <a:rPr lang="en-US" altLang="ko-KR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AC47FF5E-D60E-90D8-BDDF-0FC3760B3C25}"/>
              </a:ext>
            </a:extLst>
          </p:cNvPr>
          <p:cNvSpPr/>
          <p:nvPr/>
        </p:nvSpPr>
        <p:spPr>
          <a:xfrm>
            <a:off x="3491880" y="512098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717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694135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없음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1E6D622E-67FE-7860-3CB1-09ABBF3C29EB}"/>
              </a:ext>
            </a:extLst>
          </p:cNvPr>
          <p:cNvSpPr/>
          <p:nvPr/>
        </p:nvSpPr>
        <p:spPr>
          <a:xfrm>
            <a:off x="7092280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722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B9EF9A-E33E-4FB5-5375-589DA770E8AA}"/>
              </a:ext>
            </a:extLst>
          </p:cNvPr>
          <p:cNvSpPr/>
          <p:nvPr/>
        </p:nvSpPr>
        <p:spPr>
          <a:xfrm>
            <a:off x="1697649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14-1 </a:t>
            </a:r>
          </a:p>
        </p:txBody>
      </p:sp>
    </p:spTree>
    <p:extLst>
      <p:ext uri="{BB962C8B-B14F-4D97-AF65-F5344CB8AC3E}">
        <p14:creationId xmlns:p14="http://schemas.microsoft.com/office/powerpoint/2010/main" val="575271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황록색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우분투]00장.시작하기전에(Ver 1.0).pptx" id="{9CB7B681-7F69-4437-97DB-78D719B423D5}" vid="{18BC4063-0A75-45F0-B6F0-A104C17F8AB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2482</TotalTime>
  <Words>142</Words>
  <Application>Microsoft Office PowerPoint</Application>
  <PresentationFormat>화면 슬라이드 쇼(4:3)</PresentationFormat>
  <Paragraphs>27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4" baseType="lpstr">
      <vt:lpstr>Georgia</vt:lpstr>
      <vt:lpstr>Trebuchet MS</vt:lpstr>
      <vt:lpstr>나눔스퀘어 ExtraBold</vt:lpstr>
      <vt:lpstr>굴림</vt:lpstr>
      <vt:lpstr>나눔바른고딕</vt:lpstr>
      <vt:lpstr>나눔스퀘어라운드 ExtraBold</vt:lpstr>
      <vt:lpstr>Wingdings 2</vt:lpstr>
      <vt:lpstr>나눔고딕 ExtraBold</vt:lpstr>
      <vt:lpstr>Urban</vt:lpstr>
      <vt:lpstr>PowerPoint 프레젠테이션</vt:lpstr>
      <vt:lpstr>NFS 서버 구현  </vt:lpstr>
      <vt:lpstr>PowerPoint 프레젠테이션</vt:lpstr>
      <vt:lpstr>/etc/exports 파일 </vt:lpstr>
      <vt:lpstr>PowerPoint 프레젠테이션</vt:lpstr>
    </vt:vector>
  </TitlesOfParts>
  <Company>DTSOLUTION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이것이 리눅스다</dc:title>
  <dc:creator>한빛미디어</dc:creator>
  <cp:lastModifiedBy>재남 우</cp:lastModifiedBy>
  <cp:revision>124</cp:revision>
  <dcterms:created xsi:type="dcterms:W3CDTF">2007-02-12T03:01:34Z</dcterms:created>
  <dcterms:modified xsi:type="dcterms:W3CDTF">2024-11-20T08:42:38Z</dcterms:modified>
</cp:coreProperties>
</file>