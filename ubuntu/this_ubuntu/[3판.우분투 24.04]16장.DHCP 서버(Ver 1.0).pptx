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9144000" cy="6858000" type="screen4x3"/>
  <p:notesSz cx="6858000" cy="9144000"/>
  <p:embeddedFontLst>
    <p:embeddedFont>
      <p:font typeface="나눔고딕 ExtraBold" panose="020D0904000000000000" pitchFamily="50" charset="-127"/>
      <p:bold r:id="rId12"/>
    </p:embeddedFont>
    <p:embeddedFont>
      <p:font typeface="나눔바른고딕" panose="020B0603020101020101" pitchFamily="50" charset="-127"/>
      <p:regular r:id="rId13"/>
      <p:bold r:id="rId14"/>
    </p:embeddedFont>
    <p:embeddedFont>
      <p:font typeface="나눔스퀘어 ExtraBold" panose="020B0600000101010101" pitchFamily="50" charset="-127"/>
      <p:bold r:id="rId15"/>
    </p:embeddedFont>
    <p:embeddedFont>
      <p:font typeface="나눔스퀘어라운드 ExtraBold" panose="020B0600000101010101" pitchFamily="50" charset="-127"/>
      <p:bold r:id="rId16"/>
    </p:embeddedFont>
    <p:embeddedFont>
      <p:font typeface="Georgia" panose="02040502050405020303" pitchFamily="18" charset="0"/>
      <p:regular r:id="rId17"/>
      <p:bold r:id="rId18"/>
      <p:italic r:id="rId19"/>
      <p:boldItalic r:id="rId20"/>
    </p:embeddedFont>
    <p:embeddedFont>
      <p:font typeface="Trebuchet MS" panose="020B0603020202020204" pitchFamily="34" charset="0"/>
      <p:regular r:id="rId21"/>
      <p:bold r:id="rId22"/>
      <p:italic r:id="rId23"/>
      <p:boldItalic r:id="rId24"/>
    </p:embeddedFont>
    <p:embeddedFont>
      <p:font typeface="Wingdings 2" panose="05020102010507070707" pitchFamily="18" charset="2"/>
      <p:regular r:id="rId25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6600"/>
    <a:srgbClr val="CC66FF"/>
    <a:srgbClr val="FF7C80"/>
    <a:srgbClr val="9966FF"/>
    <a:srgbClr val="FF00FF"/>
    <a:srgbClr val="FFCC66"/>
    <a:srgbClr val="CC99FF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>
        <p:scale>
          <a:sx n="125" d="100"/>
          <a:sy n="125" d="100"/>
        </p:scale>
        <p:origin x="94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2024-10-26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‹#›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A9FE1E17-38D0-4764-A605-7BB07631345D}" type="datetimeFigureOut">
              <a:rPr lang="ko-KR" altLang="en-US" smtClean="0"/>
              <a:pPr>
                <a:defRPr/>
              </a:pPr>
              <a:t>2024-10-26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950B175-50B7-496C-B63E-4B4F03E0721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4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1B2F6F39-8598-4A0E-B945-0AF43575753F}" type="slidenum">
              <a:rPr lang="ko-KR" altLang="en-US"/>
              <a:pPr eaLnBrk="1" hangingPunct="1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784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354120" y="1025303"/>
            <a:ext cx="3506222" cy="954107"/>
          </a:xfrm>
          <a:prstGeom prst="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16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DHCP 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서버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17091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16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DHCP 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서버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285226" y="6550025"/>
            <a:ext cx="7938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/8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 smtClean="0"/>
              <a:pPr>
                <a:defRPr/>
              </a:pPr>
              <a:t>10/26/2024</a:t>
            </a:fld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  <a:ea typeface="나눔바른고딕" panose="020B0603020101020101" pitchFamily="50" charset="-127"/>
              </a:defRPr>
            </a:lvl1pPr>
          </a:lstStyle>
          <a:p>
            <a:fld id="{80EA332E-FF14-428F-B02F-D0E6231A0C16}" type="slidenum">
              <a:rPr lang="en-US" altLang="ko-KR" smtClean="0"/>
              <a:pPr/>
              <a:t>‹#›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DHCP </a:t>
            </a:r>
            <a:r>
              <a:rPr lang="ko-KR" altLang="en-US" sz="2800" dirty="0"/>
              <a:t>개념 </a:t>
            </a:r>
            <a:r>
              <a:rPr lang="en-US" altLang="ko-KR" sz="2800" dirty="0"/>
              <a:t>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DHCP(Dynamic Host Configuration Protocol) </a:t>
            </a:r>
            <a:r>
              <a:rPr lang="ko-KR" altLang="en-US" dirty="0"/>
              <a:t>서버가 하는 역할은 자신의 네트워크 안에 있는 클라이언트 컴퓨터가 부팅될 때 자동으로 </a:t>
            </a:r>
            <a:r>
              <a:rPr lang="en-US" altLang="ko-KR" dirty="0"/>
              <a:t>IP</a:t>
            </a:r>
            <a:r>
              <a:rPr lang="ko-KR" altLang="en-US" dirty="0"/>
              <a:t>주소</a:t>
            </a:r>
            <a:r>
              <a:rPr lang="en-US" altLang="ko-KR" dirty="0"/>
              <a:t>, </a:t>
            </a:r>
            <a:r>
              <a:rPr lang="ko-KR" altLang="en-US" dirty="0" err="1"/>
              <a:t>서브넷</a:t>
            </a:r>
            <a:r>
              <a:rPr lang="ko-KR" altLang="en-US" dirty="0"/>
              <a:t> 마스크</a:t>
            </a:r>
            <a:r>
              <a:rPr lang="en-US" altLang="ko-KR" dirty="0"/>
              <a:t>, </a:t>
            </a:r>
            <a:r>
              <a:rPr lang="ko-KR" altLang="en-US" dirty="0"/>
              <a:t>게이트웨이 주소</a:t>
            </a:r>
            <a:r>
              <a:rPr lang="en-US" altLang="ko-KR" dirty="0"/>
              <a:t>, DNS </a:t>
            </a:r>
            <a:r>
              <a:rPr lang="ko-KR" altLang="en-US" dirty="0"/>
              <a:t>서버 주소를 할당해 주는 것임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일반 사용자는 </a:t>
            </a:r>
            <a:r>
              <a:rPr lang="en-US" altLang="ko-KR" dirty="0"/>
              <a:t>IP</a:t>
            </a:r>
            <a:r>
              <a:rPr lang="ko-KR" altLang="en-US" dirty="0"/>
              <a:t>에 관련된 어려운</a:t>
            </a:r>
            <a:r>
              <a:rPr lang="en-US" altLang="ko-KR" dirty="0"/>
              <a:t> </a:t>
            </a:r>
            <a:r>
              <a:rPr lang="ko-KR" altLang="en-US" dirty="0"/>
              <a:t>정보를 알지 못해도</a:t>
            </a:r>
            <a:r>
              <a:rPr lang="en-US" altLang="ko-KR" dirty="0"/>
              <a:t>, </a:t>
            </a:r>
            <a:r>
              <a:rPr lang="ko-KR" altLang="en-US" dirty="0"/>
              <a:t>인터넷을 사용하는 데는 더 이상 아무런 문제가 없어짐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DHCP </a:t>
            </a:r>
            <a:r>
              <a:rPr lang="ko-KR" altLang="en-US" dirty="0"/>
              <a:t>서버의 가장 큰 장점은 관리하기 편하고 이용자가 편하다는 것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또한 한정된 </a:t>
            </a:r>
            <a:r>
              <a:rPr lang="en-US" altLang="ko-KR" dirty="0"/>
              <a:t>IP </a:t>
            </a:r>
            <a:r>
              <a:rPr lang="ko-KR" altLang="en-US" dirty="0"/>
              <a:t>주소를 가지고 더 많은 </a:t>
            </a:r>
            <a:r>
              <a:rPr lang="en-US" altLang="ko-KR" dirty="0"/>
              <a:t>IP</a:t>
            </a:r>
            <a:r>
              <a:rPr lang="ko-KR" altLang="en-US" dirty="0"/>
              <a:t>주소가 있는 것처럼 활용할 수 있음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적은 개수의 </a:t>
            </a:r>
            <a:r>
              <a:rPr lang="en-US" altLang="ko-KR" dirty="0"/>
              <a:t>IP</a:t>
            </a:r>
            <a:r>
              <a:rPr lang="ko-KR" altLang="en-US" dirty="0"/>
              <a:t>주소로 여러 명의 사용자가 사용할 수 있다는 의미</a:t>
            </a: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ko-KR" altLang="en-US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2B2164AF-7296-0333-6394-2283AD4F2C70}"/>
              </a:ext>
            </a:extLst>
          </p:cNvPr>
          <p:cNvSpPr/>
          <p:nvPr/>
        </p:nvSpPr>
        <p:spPr>
          <a:xfrm>
            <a:off x="3131840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741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825642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DHCP </a:t>
            </a:r>
            <a:r>
              <a:rPr lang="ko-KR" altLang="en-US" sz="2800" dirty="0"/>
              <a:t>개념 </a:t>
            </a:r>
            <a:r>
              <a:rPr lang="en-US" altLang="ko-KR" sz="2800" dirty="0"/>
              <a:t>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DHCP </a:t>
            </a:r>
            <a:r>
              <a:rPr lang="ko-KR" altLang="en-US" dirty="0"/>
              <a:t>서버의 작동원리</a:t>
            </a:r>
            <a:endParaRPr lang="en-US" altLang="ko-KR" dirty="0"/>
          </a:p>
          <a:p>
            <a:pPr lvl="1" eaLnBrk="1" hangingPunct="1">
              <a:defRPr/>
            </a:pPr>
            <a:endParaRPr lang="ko-KR" altLang="en-US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E4B40125-A198-4821-6C3B-7AA10D67BE1B}"/>
              </a:ext>
            </a:extLst>
          </p:cNvPr>
          <p:cNvSpPr/>
          <p:nvPr/>
        </p:nvSpPr>
        <p:spPr>
          <a:xfrm>
            <a:off x="3131840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742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95D1726-B52B-32F7-B16F-1961457C7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1844824"/>
            <a:ext cx="8229600" cy="454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18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DHCP </a:t>
            </a:r>
            <a:r>
              <a:rPr lang="ko-KR" altLang="en-US" sz="2800" dirty="0"/>
              <a:t>개념 </a:t>
            </a:r>
            <a:r>
              <a:rPr lang="en-US" altLang="ko-KR" sz="2800" dirty="0"/>
              <a:t>(3)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DHCP </a:t>
            </a:r>
            <a:r>
              <a:rPr lang="ko-KR" altLang="en-US" dirty="0"/>
              <a:t>클라이언트로 설정 방법</a:t>
            </a:r>
            <a:endParaRPr lang="en-US" altLang="ko-KR" dirty="0"/>
          </a:p>
          <a:p>
            <a:pPr lvl="1" eaLnBrk="1" hangingPunct="1">
              <a:defRPr/>
            </a:pPr>
            <a:endParaRPr lang="ko-KR" altLang="en-US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3B9EA6C5-93CE-F474-9FFE-EA21EA5256B5}"/>
              </a:ext>
            </a:extLst>
          </p:cNvPr>
          <p:cNvSpPr/>
          <p:nvPr/>
        </p:nvSpPr>
        <p:spPr>
          <a:xfrm>
            <a:off x="3131840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743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4" name="그림 3" descr="텍스트, 스크린샷, 디스플레이, 번호이(가) 표시된 사진&#10;&#10;자동 생성된 설명">
            <a:extLst>
              <a:ext uri="{FF2B5EF4-FFF2-40B4-BE49-F238E27FC236}">
                <a16:creationId xmlns:a16="http://schemas.microsoft.com/office/drawing/2014/main" id="{A842489E-D7F3-C66C-FC8C-D4795FD66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57" y="2139040"/>
            <a:ext cx="3275772" cy="3649140"/>
          </a:xfrm>
          <a:prstGeom prst="rect">
            <a:avLst/>
          </a:prstGeom>
        </p:spPr>
      </p:pic>
      <p:pic>
        <p:nvPicPr>
          <p:cNvPr id="7" name="그림 6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08566E65-21A4-947A-4723-7DFB651285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875" y="2139040"/>
            <a:ext cx="4480411" cy="2035910"/>
          </a:xfrm>
          <a:prstGeom prst="rect">
            <a:avLst/>
          </a:prstGeom>
        </p:spPr>
      </p:pic>
      <p:sp>
        <p:nvSpPr>
          <p:cNvPr id="10" name="물결 9">
            <a:extLst>
              <a:ext uri="{FF2B5EF4-FFF2-40B4-BE49-F238E27FC236}">
                <a16:creationId xmlns:a16="http://schemas.microsoft.com/office/drawing/2014/main" id="{C458FD02-5E69-D905-1940-1C34240BBBA5}"/>
              </a:ext>
            </a:extLst>
          </p:cNvPr>
          <p:cNvSpPr/>
          <p:nvPr/>
        </p:nvSpPr>
        <p:spPr>
          <a:xfrm>
            <a:off x="3933438" y="4798414"/>
            <a:ext cx="4968552" cy="1222874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우분투를 텍스트 모드에서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DHCP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클라이언트로 설정하려면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/etc/</a:t>
            </a:r>
            <a:r>
              <a:rPr lang="en-US" altLang="ko-KR" sz="14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netplan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/50-cloud-init.yaml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파일의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'dhcp4: no'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부분을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'dhcp4: true'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수정하면 된다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3669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DHCP </a:t>
            </a:r>
            <a:r>
              <a:rPr lang="ko-KR" altLang="en-US" sz="2800" dirty="0"/>
              <a:t>구현</a:t>
            </a:r>
            <a:r>
              <a:rPr lang="en-US" altLang="ko-KR" sz="2800" dirty="0"/>
              <a:t> 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VMware </a:t>
            </a:r>
            <a:r>
              <a:rPr lang="ko-KR" altLang="en-US" dirty="0"/>
              <a:t>내부에서 구현할 </a:t>
            </a:r>
            <a:r>
              <a:rPr lang="en-US" altLang="ko-KR" dirty="0"/>
              <a:t>DHCP </a:t>
            </a:r>
            <a:r>
              <a:rPr lang="ko-KR" altLang="en-US" dirty="0"/>
              <a:t>서버 구성도</a:t>
            </a:r>
            <a:endParaRPr lang="en-US" altLang="ko-KR" dirty="0"/>
          </a:p>
          <a:p>
            <a:pPr lvl="1" eaLnBrk="1" hangingPunct="1">
              <a:defRPr/>
            </a:pPr>
            <a:endParaRPr lang="ko-KR" altLang="en-US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A89C0DB8-90AC-08D7-39A8-A84B99E918A3}"/>
              </a:ext>
            </a:extLst>
          </p:cNvPr>
          <p:cNvSpPr/>
          <p:nvPr/>
        </p:nvSpPr>
        <p:spPr>
          <a:xfrm>
            <a:off x="2627784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745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2217278F-AB0F-4E50-D720-44C2C9B4399D}"/>
              </a:ext>
            </a:extLst>
          </p:cNvPr>
          <p:cNvSpPr/>
          <p:nvPr/>
        </p:nvSpPr>
        <p:spPr>
          <a:xfrm>
            <a:off x="6455643" y="3511617"/>
            <a:ext cx="2294746" cy="1222874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VMware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제공하는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DHCP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서버의 기능은 중지시켜야 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BFCDF9B-41A0-723D-454E-D046AA5BE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16" y="1844824"/>
            <a:ext cx="5547712" cy="458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4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DDC034-D863-4478-A00E-2AD1F35F3CEE}"/>
              </a:ext>
            </a:extLst>
          </p:cNvPr>
          <p:cNvSpPr txBox="1">
            <a:spLocks/>
          </p:cNvSpPr>
          <p:nvPr/>
        </p:nvSpPr>
        <p:spPr bwMode="auto">
          <a:xfrm>
            <a:off x="773341" y="653281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1&gt; DHCP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서버 구현 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2C8AC326-4453-4F11-A701-378D810983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82703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DHCP </a:t>
            </a:r>
            <a:r>
              <a:rPr lang="ko-KR" altLang="en-US" sz="2000" dirty="0"/>
              <a:t>서버를 구축하자</a:t>
            </a:r>
            <a:r>
              <a:rPr lang="en-US" altLang="ko-KR" sz="2000" dirty="0"/>
              <a:t>. </a:t>
            </a:r>
            <a:r>
              <a:rPr lang="ko-KR" altLang="en-US" sz="2000" dirty="0"/>
              <a:t>실습은 </a:t>
            </a:r>
            <a:r>
              <a:rPr lang="en-US" altLang="ko-KR" sz="2000" dirty="0"/>
              <a:t>[</a:t>
            </a:r>
            <a:r>
              <a:rPr lang="ko-KR" altLang="en-US" sz="2000" dirty="0"/>
              <a:t>그림 </a:t>
            </a:r>
            <a:r>
              <a:rPr lang="en-US" altLang="ko-KR" sz="2000" dirty="0"/>
              <a:t>16-4]</a:t>
            </a:r>
            <a:r>
              <a:rPr lang="ko-KR" altLang="en-US" sz="2000" dirty="0"/>
              <a:t>을 보면서 진행한다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VMware</a:t>
            </a:r>
            <a:r>
              <a:rPr lang="ko-KR" altLang="en-US" sz="2000" dirty="0"/>
              <a:t>의 네트워크 구성 환경을 이해한다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(DHCP </a:t>
            </a:r>
            <a:r>
              <a:rPr lang="ko-KR" altLang="en-US" dirty="0"/>
              <a:t>클라이언트가 </a:t>
            </a:r>
            <a:r>
              <a:rPr lang="en-US" altLang="ko-KR" dirty="0"/>
              <a:t>IP</a:t>
            </a:r>
            <a:r>
              <a:rPr lang="ko-KR" altLang="en-US" dirty="0"/>
              <a:t>를 대여해 간 기록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2794CB84-280E-74BC-6FE1-0D24F5D327BC}"/>
              </a:ext>
            </a:extLst>
          </p:cNvPr>
          <p:cNvSpPr/>
          <p:nvPr/>
        </p:nvSpPr>
        <p:spPr>
          <a:xfrm>
            <a:off x="4603562" y="56438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746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AE7C6F6-1B77-AE12-598D-EEEABF354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905113"/>
            <a:ext cx="5472608" cy="356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521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/etc/dhcp/dhcpd.conf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 lnSpcReduction="10000"/>
          </a:bodyPr>
          <a:lstStyle/>
          <a:p>
            <a:pPr marL="109537" indent="0">
              <a:buNone/>
              <a:defRPr/>
            </a:pPr>
            <a:r>
              <a:rPr lang="en-US" altLang="ko-KR" dirty="0"/>
              <a:t>• </a:t>
            </a:r>
            <a:r>
              <a:rPr lang="en-US" altLang="ko-KR" dirty="0" err="1"/>
              <a:t>ddns</a:t>
            </a:r>
            <a:r>
              <a:rPr lang="en-US" altLang="ko-KR" dirty="0"/>
              <a:t>-update-style interim </a:t>
            </a:r>
            <a:r>
              <a:rPr lang="ko-KR" altLang="en-US" dirty="0"/>
              <a:t>또는 </a:t>
            </a:r>
            <a:r>
              <a:rPr lang="en-US" altLang="ko-KR" dirty="0"/>
              <a:t>none; </a:t>
            </a:r>
          </a:p>
          <a:p>
            <a:pPr marL="109537" indent="0">
              <a:buNone/>
              <a:defRPr/>
            </a:pPr>
            <a:r>
              <a:rPr lang="en-US" altLang="ko-KR" dirty="0"/>
              <a:t>• subnet </a:t>
            </a:r>
            <a:r>
              <a:rPr lang="ko-KR" altLang="en-US" dirty="0"/>
              <a:t>네트워크주소 </a:t>
            </a:r>
            <a:r>
              <a:rPr lang="en-US" altLang="ko-KR" dirty="0"/>
              <a:t>netmask </a:t>
            </a:r>
            <a:r>
              <a:rPr lang="ko-KR" altLang="en-US" dirty="0"/>
              <a:t>넷마스크 </a:t>
            </a:r>
            <a:r>
              <a:rPr lang="en-US" altLang="ko-KR" dirty="0"/>
              <a:t>{ } </a:t>
            </a:r>
          </a:p>
          <a:p>
            <a:pPr marL="109537" indent="0">
              <a:buNone/>
              <a:defRPr/>
            </a:pPr>
            <a:r>
              <a:rPr lang="en-US" altLang="ko-KR" dirty="0"/>
              <a:t>① option routers </a:t>
            </a:r>
            <a:r>
              <a:rPr lang="ko-KR" altLang="en-US" dirty="0"/>
              <a:t>게이트웨이</a:t>
            </a:r>
            <a:r>
              <a:rPr lang="en-US" altLang="ko-KR" dirty="0"/>
              <a:t>IP; </a:t>
            </a:r>
          </a:p>
          <a:p>
            <a:pPr marL="109537" indent="0">
              <a:buNone/>
              <a:defRPr/>
            </a:pPr>
            <a:r>
              <a:rPr lang="en-US" altLang="ko-KR" dirty="0"/>
              <a:t>② option subnet-mask </a:t>
            </a:r>
            <a:r>
              <a:rPr lang="ko-KR" altLang="en-US" dirty="0"/>
              <a:t>서브넷마스크</a:t>
            </a:r>
            <a:r>
              <a:rPr lang="en-US" altLang="ko-KR" dirty="0"/>
              <a:t>; </a:t>
            </a:r>
          </a:p>
          <a:p>
            <a:pPr marL="109537" indent="0">
              <a:buNone/>
              <a:defRPr/>
            </a:pPr>
            <a:r>
              <a:rPr lang="en-US" altLang="ko-KR" dirty="0"/>
              <a:t>③ option domain-name “</a:t>
            </a:r>
            <a:r>
              <a:rPr lang="ko-KR" altLang="en-US" dirty="0"/>
              <a:t>도메인이름”</a:t>
            </a:r>
            <a:r>
              <a:rPr lang="en-US" altLang="ko-KR" dirty="0"/>
              <a:t>; </a:t>
            </a:r>
          </a:p>
          <a:p>
            <a:pPr marL="109537" indent="0">
              <a:buNone/>
              <a:defRPr/>
            </a:pPr>
            <a:r>
              <a:rPr lang="en-US" altLang="ko-KR" dirty="0"/>
              <a:t>④ option domain-name-server DNS</a:t>
            </a:r>
            <a:r>
              <a:rPr lang="ko-KR" altLang="en-US" dirty="0"/>
              <a:t>서버</a:t>
            </a:r>
            <a:r>
              <a:rPr lang="en-US" altLang="ko-KR" dirty="0"/>
              <a:t>IP; </a:t>
            </a:r>
          </a:p>
          <a:p>
            <a:pPr marL="109537" indent="0">
              <a:buNone/>
              <a:defRPr/>
            </a:pPr>
            <a:r>
              <a:rPr lang="en-US" altLang="ko-KR" dirty="0"/>
              <a:t>⑤ range dynamic-</a:t>
            </a:r>
            <a:r>
              <a:rPr lang="en-US" altLang="ko-KR" dirty="0" err="1"/>
              <a:t>bootp</a:t>
            </a:r>
            <a:r>
              <a:rPr lang="en-US" altLang="ko-KR" dirty="0"/>
              <a:t> </a:t>
            </a:r>
            <a:r>
              <a:rPr lang="ko-KR" altLang="en-US" dirty="0"/>
              <a:t>시작</a:t>
            </a:r>
            <a:r>
              <a:rPr lang="en-US" altLang="ko-KR" dirty="0"/>
              <a:t>IP </a:t>
            </a:r>
            <a:r>
              <a:rPr lang="ko-KR" altLang="en-US" dirty="0"/>
              <a:t>끝</a:t>
            </a:r>
            <a:r>
              <a:rPr lang="en-US" altLang="ko-KR" dirty="0"/>
              <a:t>IP; </a:t>
            </a:r>
          </a:p>
          <a:p>
            <a:pPr marL="109537" indent="0">
              <a:buNone/>
              <a:defRPr/>
            </a:pPr>
            <a:r>
              <a:rPr lang="en-US" altLang="ko-KR" dirty="0"/>
              <a:t>⑥ default-lease-time </a:t>
            </a:r>
            <a:r>
              <a:rPr lang="ko-KR" altLang="en-US" dirty="0"/>
              <a:t>임대시간</a:t>
            </a:r>
            <a:r>
              <a:rPr lang="en-US" altLang="ko-KR" dirty="0"/>
              <a:t>(</a:t>
            </a:r>
            <a:r>
              <a:rPr lang="ko-KR" altLang="en-US" dirty="0"/>
              <a:t>초</a:t>
            </a:r>
            <a:r>
              <a:rPr lang="en-US" altLang="ko-KR" dirty="0"/>
              <a:t>); </a:t>
            </a:r>
          </a:p>
          <a:p>
            <a:pPr marL="109537" indent="0">
              <a:buNone/>
              <a:defRPr/>
            </a:pPr>
            <a:r>
              <a:rPr lang="en-US" altLang="ko-KR" dirty="0"/>
              <a:t>⑦ max-lease-time </a:t>
            </a:r>
            <a:r>
              <a:rPr lang="ko-KR" altLang="en-US" dirty="0"/>
              <a:t>임대시간</a:t>
            </a:r>
            <a:r>
              <a:rPr lang="en-US" altLang="ko-KR" dirty="0"/>
              <a:t>(</a:t>
            </a:r>
            <a:r>
              <a:rPr lang="ko-KR" altLang="en-US" dirty="0"/>
              <a:t>초</a:t>
            </a:r>
            <a:r>
              <a:rPr lang="en-US" altLang="ko-KR" dirty="0"/>
              <a:t>); </a:t>
            </a:r>
          </a:p>
          <a:p>
            <a:pPr marL="109537" indent="0">
              <a:buNone/>
              <a:defRPr/>
            </a:pPr>
            <a:r>
              <a:rPr lang="en-US" altLang="ko-KR" dirty="0"/>
              <a:t>⑧ host ns {</a:t>
            </a:r>
          </a:p>
          <a:p>
            <a:pPr marL="109537" indent="0">
              <a:buNone/>
              <a:defRPr/>
            </a:pPr>
            <a:r>
              <a:rPr lang="en-US" altLang="ko-KR" dirty="0"/>
              <a:t>	hardware Ethernet MAC</a:t>
            </a:r>
            <a:r>
              <a:rPr lang="ko-KR" altLang="en-US" dirty="0"/>
              <a:t>주소</a:t>
            </a:r>
            <a:r>
              <a:rPr lang="en-US" altLang="ko-KR" dirty="0"/>
              <a:t>;</a:t>
            </a:r>
          </a:p>
          <a:p>
            <a:pPr marL="109537" indent="0">
              <a:buNone/>
              <a:defRPr/>
            </a:pPr>
            <a:r>
              <a:rPr lang="en-US" altLang="ko-KR" dirty="0"/>
              <a:t>	fixed-address </a:t>
            </a:r>
            <a:r>
              <a:rPr lang="ko-KR" altLang="en-US" dirty="0"/>
              <a:t>고정</a:t>
            </a:r>
            <a:r>
              <a:rPr lang="en-US" altLang="ko-KR" dirty="0"/>
              <a:t>IP</a:t>
            </a:r>
            <a:r>
              <a:rPr lang="ko-KR" altLang="en-US" dirty="0"/>
              <a:t>주소</a:t>
            </a:r>
            <a:r>
              <a:rPr lang="en-US" altLang="ko-KR" dirty="0"/>
              <a:t>;</a:t>
            </a:r>
          </a:p>
          <a:p>
            <a:pPr marL="109537" indent="0">
              <a:buNone/>
              <a:defRPr/>
            </a:pPr>
            <a:r>
              <a:rPr lang="en-US" altLang="ko-KR" dirty="0"/>
              <a:t>    }</a:t>
            </a:r>
          </a:p>
          <a:p>
            <a:pPr lvl="1" eaLnBrk="1" hangingPunct="1">
              <a:defRPr/>
            </a:pPr>
            <a:endParaRPr lang="ko-KR" altLang="en-US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2228025C-8C0F-2290-A914-6E480D160E22}"/>
              </a:ext>
            </a:extLst>
          </p:cNvPr>
          <p:cNvSpPr/>
          <p:nvPr/>
        </p:nvSpPr>
        <p:spPr>
          <a:xfrm>
            <a:off x="4603562" y="56438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754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654204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없음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AAEC8447-F4F3-71F4-F36B-9861E76071FE}"/>
              </a:ext>
            </a:extLst>
          </p:cNvPr>
          <p:cNvSpPr/>
          <p:nvPr/>
        </p:nvSpPr>
        <p:spPr>
          <a:xfrm>
            <a:off x="7236358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758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A79C787-65C3-E167-6C79-FC2F8E66E5AB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16-1 </a:t>
            </a:r>
          </a:p>
        </p:txBody>
      </p:sp>
    </p:spTree>
    <p:extLst>
      <p:ext uri="{BB962C8B-B14F-4D97-AF65-F5344CB8AC3E}">
        <p14:creationId xmlns:p14="http://schemas.microsoft.com/office/powerpoint/2010/main" val="38979278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2405</TotalTime>
  <Words>301</Words>
  <Application>Microsoft Office PowerPoint</Application>
  <PresentationFormat>화면 슬라이드 쇼(4:3)</PresentationFormat>
  <Paragraphs>43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Georgia</vt:lpstr>
      <vt:lpstr>Trebuchet MS</vt:lpstr>
      <vt:lpstr>나눔스퀘어라운드 ExtraBold</vt:lpstr>
      <vt:lpstr>나눔고딕 ExtraBold</vt:lpstr>
      <vt:lpstr>굴림</vt:lpstr>
      <vt:lpstr>Wingdings 2</vt:lpstr>
      <vt:lpstr>나눔스퀘어 ExtraBold</vt:lpstr>
      <vt:lpstr>나눔바른고딕</vt:lpstr>
      <vt:lpstr>Urban</vt:lpstr>
      <vt:lpstr>PowerPoint 프레젠테이션</vt:lpstr>
      <vt:lpstr>DHCP 개념 (1)</vt:lpstr>
      <vt:lpstr>DHCP 개념 (2)</vt:lpstr>
      <vt:lpstr>DHCP 개념 (3) </vt:lpstr>
      <vt:lpstr>DHCP 구현  </vt:lpstr>
      <vt:lpstr>PowerPoint 프레젠테이션</vt:lpstr>
      <vt:lpstr>/etc/dhcp/dhcpd.conf</vt:lpstr>
      <vt:lpstr>PowerPoint 프레젠테이션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124</cp:revision>
  <dcterms:created xsi:type="dcterms:W3CDTF">2007-02-12T03:01:34Z</dcterms:created>
  <dcterms:modified xsi:type="dcterms:W3CDTF">2024-10-26T04:30:24Z</dcterms:modified>
</cp:coreProperties>
</file>